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4"/>
  </p:sldMasterIdLst>
  <p:notesMasterIdLst>
    <p:notesMasterId r:id="rId21"/>
  </p:notesMasterIdLst>
  <p:sldIdLst>
    <p:sldId id="256" r:id="rId5"/>
    <p:sldId id="259" r:id="rId6"/>
    <p:sldId id="281" r:id="rId7"/>
    <p:sldId id="286" r:id="rId8"/>
    <p:sldId id="287" r:id="rId9"/>
    <p:sldId id="288" r:id="rId10"/>
    <p:sldId id="292" r:id="rId11"/>
    <p:sldId id="293" r:id="rId12"/>
    <p:sldId id="294" r:id="rId13"/>
    <p:sldId id="282" r:id="rId14"/>
    <p:sldId id="289" r:id="rId15"/>
    <p:sldId id="295" r:id="rId16"/>
    <p:sldId id="290" r:id="rId17"/>
    <p:sldId id="291" r:id="rId18"/>
    <p:sldId id="283" r:id="rId19"/>
    <p:sldId id="284" r:id="rId20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BBEA7-A9D9-4047-BC9E-62CCF01FA014}" v="3" dt="2025-05-31T16:18:33.3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308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a Balea" userId="39059494e7cbadc7" providerId="LiveId" clId="{524BBEA7-A9D9-4047-BC9E-62CCF01FA014}"/>
    <pc:docChg chg="custSel modSld">
      <pc:chgData name="Adriana Balea" userId="39059494e7cbadc7" providerId="LiveId" clId="{524BBEA7-A9D9-4047-BC9E-62CCF01FA014}" dt="2025-05-31T16:18:37.876" v="213" actId="1076"/>
      <pc:docMkLst>
        <pc:docMk/>
      </pc:docMkLst>
      <pc:sldChg chg="addSp delSp modSp mod">
        <pc:chgData name="Adriana Balea" userId="39059494e7cbadc7" providerId="LiveId" clId="{524BBEA7-A9D9-4047-BC9E-62CCF01FA014}" dt="2025-05-31T16:18:09.277" v="200" actId="27614"/>
        <pc:sldMkLst>
          <pc:docMk/>
          <pc:sldMk cId="0" sldId="290"/>
        </pc:sldMkLst>
        <pc:picChg chg="del">
          <ac:chgData name="Adriana Balea" userId="39059494e7cbadc7" providerId="LiveId" clId="{524BBEA7-A9D9-4047-BC9E-62CCF01FA014}" dt="2025-05-31T16:17:58.758" v="197" actId="21"/>
          <ac:picMkLst>
            <pc:docMk/>
            <pc:sldMk cId="0" sldId="290"/>
            <ac:picMk id="3" creationId="{4D2778BE-6827-B405-7B33-6CC71DD5F0E0}"/>
          </ac:picMkLst>
        </pc:picChg>
        <pc:picChg chg="add mod">
          <ac:chgData name="Adriana Balea" userId="39059494e7cbadc7" providerId="LiveId" clId="{524BBEA7-A9D9-4047-BC9E-62CCF01FA014}" dt="2025-05-31T16:18:09.277" v="200" actId="27614"/>
          <ac:picMkLst>
            <pc:docMk/>
            <pc:sldMk cId="0" sldId="290"/>
            <ac:picMk id="4" creationId="{2B9C22B4-B854-E8C6-4ABA-FFD7B2ACB823}"/>
          </ac:picMkLst>
        </pc:picChg>
      </pc:sldChg>
      <pc:sldChg chg="addSp delSp modSp mod">
        <pc:chgData name="Adriana Balea" userId="39059494e7cbadc7" providerId="LiveId" clId="{524BBEA7-A9D9-4047-BC9E-62CCF01FA014}" dt="2025-05-31T16:18:37.876" v="213" actId="1076"/>
        <pc:sldMkLst>
          <pc:docMk/>
          <pc:sldMk cId="0" sldId="291"/>
        </pc:sldMkLst>
        <pc:spChg chg="mod">
          <ac:chgData name="Adriana Balea" userId="39059494e7cbadc7" providerId="LiveId" clId="{524BBEA7-A9D9-4047-BC9E-62CCF01FA014}" dt="2025-05-29T20:29:46.815" v="90" actId="20577"/>
          <ac:spMkLst>
            <pc:docMk/>
            <pc:sldMk cId="0" sldId="291"/>
            <ac:spMk id="6" creationId="{14327980-0FBB-3472-BC13-38ACAE05AA1B}"/>
          </ac:spMkLst>
        </pc:spChg>
        <pc:picChg chg="del">
          <ac:chgData name="Adriana Balea" userId="39059494e7cbadc7" providerId="LiveId" clId="{524BBEA7-A9D9-4047-BC9E-62CCF01FA014}" dt="2025-05-31T16:18:12.049" v="201" actId="21"/>
          <ac:picMkLst>
            <pc:docMk/>
            <pc:sldMk cId="0" sldId="291"/>
            <ac:picMk id="3" creationId="{2EA0F25D-B365-95B9-66CC-98AC37EC6C44}"/>
          </ac:picMkLst>
        </pc:picChg>
        <pc:picChg chg="add mod">
          <ac:chgData name="Adriana Balea" userId="39059494e7cbadc7" providerId="LiveId" clId="{524BBEA7-A9D9-4047-BC9E-62CCF01FA014}" dt="2025-05-31T16:18:27.263" v="208" actId="1076"/>
          <ac:picMkLst>
            <pc:docMk/>
            <pc:sldMk cId="0" sldId="291"/>
            <ac:picMk id="4" creationId="{F4CF3A4D-637E-350F-4FBF-8BC4445541C4}"/>
          </ac:picMkLst>
        </pc:picChg>
        <pc:picChg chg="del">
          <ac:chgData name="Adriana Balea" userId="39059494e7cbadc7" providerId="LiveId" clId="{524BBEA7-A9D9-4047-BC9E-62CCF01FA014}" dt="2025-05-31T16:18:13.695" v="202" actId="21"/>
          <ac:picMkLst>
            <pc:docMk/>
            <pc:sldMk cId="0" sldId="291"/>
            <ac:picMk id="5" creationId="{D7B5AA66-63C3-661F-3E7A-A68193F87D42}"/>
          </ac:picMkLst>
        </pc:picChg>
        <pc:picChg chg="add mod">
          <ac:chgData name="Adriana Balea" userId="39059494e7cbadc7" providerId="LiveId" clId="{524BBEA7-A9D9-4047-BC9E-62CCF01FA014}" dt="2025-05-31T16:18:37.876" v="213" actId="1076"/>
          <ac:picMkLst>
            <pc:docMk/>
            <pc:sldMk cId="0" sldId="291"/>
            <ac:picMk id="8" creationId="{49A60803-9BD2-458D-F018-B6BF517C0DF8}"/>
          </ac:picMkLst>
        </pc:picChg>
      </pc:sldChg>
      <pc:sldChg chg="modSp mod">
        <pc:chgData name="Adriana Balea" userId="39059494e7cbadc7" providerId="LiveId" clId="{524BBEA7-A9D9-4047-BC9E-62CCF01FA014}" dt="2025-05-31T15:02:42.760" v="196" actId="13926"/>
        <pc:sldMkLst>
          <pc:docMk/>
          <pc:sldMk cId="4278963578" sldId="295"/>
        </pc:sldMkLst>
        <pc:graphicFrameChg chg="mod modGraphic">
          <ac:chgData name="Adriana Balea" userId="39059494e7cbadc7" providerId="LiveId" clId="{524BBEA7-A9D9-4047-BC9E-62CCF01FA014}" dt="2025-05-31T15:02:42.760" v="196" actId="13926"/>
          <ac:graphicFrameMkLst>
            <pc:docMk/>
            <pc:sldMk cId="4278963578" sldId="295"/>
            <ac:graphicFrameMk id="4" creationId="{1E4991B1-F2B2-202D-5E1C-CADF94B1147C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B1E4A4-B6AD-4A86-9E6E-F5725202E7A1}" type="doc">
      <dgm:prSet loTypeId="urn:microsoft.com/office/officeart/2005/8/layout/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DF2195-0FFA-494F-BF89-2332B8E2DEC0}">
      <dgm:prSet phldrT="[Text]"/>
      <dgm:spPr/>
      <dgm:t>
        <a:bodyPr/>
        <a:lstStyle/>
        <a:p>
          <a:r>
            <a:rPr lang="ro-RO" dirty="0"/>
            <a:t>Set de date</a:t>
          </a:r>
          <a:endParaRPr lang="en-US" dirty="0"/>
        </a:p>
      </dgm:t>
    </dgm:pt>
    <dgm:pt modelId="{F35ADE78-AFA8-4676-B06E-BFC2E7F69311}" type="parTrans" cxnId="{D634BC71-764D-4DE1-8CA3-03B33FAC155E}">
      <dgm:prSet/>
      <dgm:spPr/>
      <dgm:t>
        <a:bodyPr/>
        <a:lstStyle/>
        <a:p>
          <a:endParaRPr lang="en-US"/>
        </a:p>
      </dgm:t>
    </dgm:pt>
    <dgm:pt modelId="{BA466BB9-2DE7-498F-B238-E48A997ABF6F}" type="sibTrans" cxnId="{D634BC71-764D-4DE1-8CA3-03B33FAC155E}">
      <dgm:prSet/>
      <dgm:spPr/>
      <dgm:t>
        <a:bodyPr/>
        <a:lstStyle/>
        <a:p>
          <a:endParaRPr lang="en-US"/>
        </a:p>
      </dgm:t>
    </dgm:pt>
    <dgm:pt modelId="{AF91C194-51D2-4F90-8030-CDD6C993D8EF}">
      <dgm:prSet phldrT="[Text]"/>
      <dgm:spPr/>
      <dgm:t>
        <a:bodyPr/>
        <a:lstStyle/>
        <a:p>
          <a:r>
            <a:rPr lang="ro-RO" dirty="0"/>
            <a:t>Conversie mono</a:t>
          </a:r>
          <a:endParaRPr lang="en-US" dirty="0"/>
        </a:p>
      </dgm:t>
    </dgm:pt>
    <dgm:pt modelId="{25A32131-13E5-4F4E-B25A-E6E2EAC0C6A9}" type="parTrans" cxnId="{D8F77F43-F01C-47F0-A3BE-418F8CC48D96}">
      <dgm:prSet/>
      <dgm:spPr/>
      <dgm:t>
        <a:bodyPr/>
        <a:lstStyle/>
        <a:p>
          <a:endParaRPr lang="en-US"/>
        </a:p>
      </dgm:t>
    </dgm:pt>
    <dgm:pt modelId="{1511381D-848D-49D3-B341-9305B08DA3E3}" type="sibTrans" cxnId="{D8F77F43-F01C-47F0-A3BE-418F8CC48D96}">
      <dgm:prSet/>
      <dgm:spPr/>
      <dgm:t>
        <a:bodyPr/>
        <a:lstStyle/>
        <a:p>
          <a:endParaRPr lang="en-US"/>
        </a:p>
      </dgm:t>
    </dgm:pt>
    <dgm:pt modelId="{77F3B8DA-CE55-42AF-A1DE-BE2530AE9F2A}">
      <dgm:prSet phldrT="[Text]"/>
      <dgm:spPr/>
      <dgm:t>
        <a:bodyPr/>
        <a:lstStyle/>
        <a:p>
          <a:r>
            <a:rPr lang="ro-RO" dirty="0"/>
            <a:t>Filtrare</a:t>
          </a:r>
          <a:endParaRPr lang="en-US" dirty="0"/>
        </a:p>
      </dgm:t>
    </dgm:pt>
    <dgm:pt modelId="{C6C4BFB8-BAE7-4BE5-81E5-143CBFD80A0A}" type="parTrans" cxnId="{6ED8286B-F864-4EDA-A5D3-02420863BC95}">
      <dgm:prSet/>
      <dgm:spPr/>
      <dgm:t>
        <a:bodyPr/>
        <a:lstStyle/>
        <a:p>
          <a:endParaRPr lang="en-US"/>
        </a:p>
      </dgm:t>
    </dgm:pt>
    <dgm:pt modelId="{34D013EC-C43F-4DC1-96BC-FB9045CD457B}" type="sibTrans" cxnId="{6ED8286B-F864-4EDA-A5D3-02420863BC95}">
      <dgm:prSet/>
      <dgm:spPr/>
      <dgm:t>
        <a:bodyPr/>
        <a:lstStyle/>
        <a:p>
          <a:endParaRPr lang="en-US"/>
        </a:p>
      </dgm:t>
    </dgm:pt>
    <dgm:pt modelId="{5BB53D01-F7F8-48C5-8114-9DEDC539286D}">
      <dgm:prSet phldrT="[Text]"/>
      <dgm:spPr/>
      <dgm:t>
        <a:bodyPr/>
        <a:lstStyle/>
        <a:p>
          <a:r>
            <a:rPr lang="ro-RO" dirty="0"/>
            <a:t>Aplicare model pre-antrenat</a:t>
          </a:r>
          <a:endParaRPr lang="en-US" dirty="0"/>
        </a:p>
      </dgm:t>
    </dgm:pt>
    <dgm:pt modelId="{76FEFD64-3057-4664-96CF-13BC49E3E8C5}" type="parTrans" cxnId="{291A8D52-74BF-4993-A673-22568ECD83A6}">
      <dgm:prSet/>
      <dgm:spPr/>
      <dgm:t>
        <a:bodyPr/>
        <a:lstStyle/>
        <a:p>
          <a:endParaRPr lang="en-US"/>
        </a:p>
      </dgm:t>
    </dgm:pt>
    <dgm:pt modelId="{79BB13FF-0F1D-4EAB-85C6-AAD1F4C0F9CE}" type="sibTrans" cxnId="{291A8D52-74BF-4993-A673-22568ECD83A6}">
      <dgm:prSet/>
      <dgm:spPr/>
      <dgm:t>
        <a:bodyPr/>
        <a:lstStyle/>
        <a:p>
          <a:endParaRPr lang="en-US"/>
        </a:p>
      </dgm:t>
    </dgm:pt>
    <dgm:pt modelId="{BC358F12-9718-4C20-947A-F7098F44A16D}">
      <dgm:prSet phldrT="[Text]"/>
      <dgm:spPr/>
      <dgm:t>
        <a:bodyPr/>
        <a:lstStyle/>
        <a:p>
          <a:r>
            <a:rPr lang="ro-RO" dirty="0"/>
            <a:t>Transcriere</a:t>
          </a:r>
          <a:endParaRPr lang="en-US" dirty="0"/>
        </a:p>
      </dgm:t>
    </dgm:pt>
    <dgm:pt modelId="{D61E72E7-F456-4DF2-86B4-C5E8E7B51F63}" type="parTrans" cxnId="{0E38DF7B-7DD7-4D64-B1A5-21C0041EC6AC}">
      <dgm:prSet/>
      <dgm:spPr/>
      <dgm:t>
        <a:bodyPr/>
        <a:lstStyle/>
        <a:p>
          <a:endParaRPr lang="en-US"/>
        </a:p>
      </dgm:t>
    </dgm:pt>
    <dgm:pt modelId="{B9DFCAA2-982D-460F-B0DD-6BD777E69AC8}" type="sibTrans" cxnId="{0E38DF7B-7DD7-4D64-B1A5-21C0041EC6AC}">
      <dgm:prSet/>
      <dgm:spPr/>
      <dgm:t>
        <a:bodyPr/>
        <a:lstStyle/>
        <a:p>
          <a:endParaRPr lang="en-US"/>
        </a:p>
      </dgm:t>
    </dgm:pt>
    <dgm:pt modelId="{43C1FC9A-69DE-4FBA-B9DB-8B779D1E8187}">
      <dgm:prSet/>
      <dgm:spPr/>
      <dgm:t>
        <a:bodyPr/>
        <a:lstStyle/>
        <a:p>
          <a:r>
            <a:rPr lang="ro-RO" dirty="0"/>
            <a:t>Comparare transcrieri</a:t>
          </a:r>
          <a:endParaRPr lang="en-US" dirty="0"/>
        </a:p>
      </dgm:t>
    </dgm:pt>
    <dgm:pt modelId="{C08A1A92-D225-461E-9636-F799443DC28A}" type="parTrans" cxnId="{A4512396-4F7C-433F-BB64-F8DB6BF90B7C}">
      <dgm:prSet/>
      <dgm:spPr/>
      <dgm:t>
        <a:bodyPr/>
        <a:lstStyle/>
        <a:p>
          <a:endParaRPr lang="en-US"/>
        </a:p>
      </dgm:t>
    </dgm:pt>
    <dgm:pt modelId="{6DA9AB54-1E6B-428E-9315-B01B7A471280}" type="sibTrans" cxnId="{A4512396-4F7C-433F-BB64-F8DB6BF90B7C}">
      <dgm:prSet/>
      <dgm:spPr/>
      <dgm:t>
        <a:bodyPr/>
        <a:lstStyle/>
        <a:p>
          <a:endParaRPr lang="en-US"/>
        </a:p>
      </dgm:t>
    </dgm:pt>
    <dgm:pt modelId="{A48ADECC-CEE0-4847-851C-A73E83C3B097}">
      <dgm:prSet/>
      <dgm:spPr/>
      <dgm:t>
        <a:bodyPr/>
        <a:lstStyle/>
        <a:p>
          <a:r>
            <a:rPr lang="ro-RO" dirty="0"/>
            <a:t>Rezultate</a:t>
          </a:r>
          <a:endParaRPr lang="en-US" dirty="0"/>
        </a:p>
      </dgm:t>
    </dgm:pt>
    <dgm:pt modelId="{13250FCE-98A3-42CA-A520-A48C459B3C27}" type="parTrans" cxnId="{48ED590C-A84C-4FDA-B34D-69A3AC66B52F}">
      <dgm:prSet/>
      <dgm:spPr/>
      <dgm:t>
        <a:bodyPr/>
        <a:lstStyle/>
        <a:p>
          <a:endParaRPr lang="en-US"/>
        </a:p>
      </dgm:t>
    </dgm:pt>
    <dgm:pt modelId="{579E5474-70A6-40BB-B03D-5697610CBEAD}" type="sibTrans" cxnId="{48ED590C-A84C-4FDA-B34D-69A3AC66B52F}">
      <dgm:prSet/>
      <dgm:spPr/>
      <dgm:t>
        <a:bodyPr/>
        <a:lstStyle/>
        <a:p>
          <a:endParaRPr lang="en-US"/>
        </a:p>
      </dgm:t>
    </dgm:pt>
    <dgm:pt modelId="{6766A631-A582-4773-A66E-DDE1A1E74302}" type="pres">
      <dgm:prSet presAssocID="{B7B1E4A4-B6AD-4A86-9E6E-F5725202E7A1}" presName="diagram" presStyleCnt="0">
        <dgm:presLayoutVars>
          <dgm:dir/>
          <dgm:resizeHandles val="exact"/>
        </dgm:presLayoutVars>
      </dgm:prSet>
      <dgm:spPr/>
    </dgm:pt>
    <dgm:pt modelId="{D0CADF05-F126-430B-92FC-01F71EB01802}" type="pres">
      <dgm:prSet presAssocID="{59DF2195-0FFA-494F-BF89-2332B8E2DEC0}" presName="node" presStyleLbl="node1" presStyleIdx="0" presStyleCnt="7">
        <dgm:presLayoutVars>
          <dgm:bulletEnabled val="1"/>
        </dgm:presLayoutVars>
      </dgm:prSet>
      <dgm:spPr/>
    </dgm:pt>
    <dgm:pt modelId="{CA4BB417-F25C-48F9-9F5C-1C6898606DE0}" type="pres">
      <dgm:prSet presAssocID="{BA466BB9-2DE7-498F-B238-E48A997ABF6F}" presName="sibTrans" presStyleLbl="sibTrans2D1" presStyleIdx="0" presStyleCnt="6"/>
      <dgm:spPr/>
    </dgm:pt>
    <dgm:pt modelId="{51036525-F228-4A1B-A51B-E446AAC76980}" type="pres">
      <dgm:prSet presAssocID="{BA466BB9-2DE7-498F-B238-E48A997ABF6F}" presName="connectorText" presStyleLbl="sibTrans2D1" presStyleIdx="0" presStyleCnt="6"/>
      <dgm:spPr/>
    </dgm:pt>
    <dgm:pt modelId="{CDF2FAB6-C1F3-4D13-85A5-E9422BF70B71}" type="pres">
      <dgm:prSet presAssocID="{AF91C194-51D2-4F90-8030-CDD6C993D8EF}" presName="node" presStyleLbl="node1" presStyleIdx="1" presStyleCnt="7">
        <dgm:presLayoutVars>
          <dgm:bulletEnabled val="1"/>
        </dgm:presLayoutVars>
      </dgm:prSet>
      <dgm:spPr/>
    </dgm:pt>
    <dgm:pt modelId="{A70DF8C4-8D71-4A4A-8127-9194029CB2F7}" type="pres">
      <dgm:prSet presAssocID="{1511381D-848D-49D3-B341-9305B08DA3E3}" presName="sibTrans" presStyleLbl="sibTrans2D1" presStyleIdx="1" presStyleCnt="6"/>
      <dgm:spPr/>
    </dgm:pt>
    <dgm:pt modelId="{A569E481-F690-4243-B8C8-F26D66943165}" type="pres">
      <dgm:prSet presAssocID="{1511381D-848D-49D3-B341-9305B08DA3E3}" presName="connectorText" presStyleLbl="sibTrans2D1" presStyleIdx="1" presStyleCnt="6"/>
      <dgm:spPr/>
    </dgm:pt>
    <dgm:pt modelId="{7C0C35F3-DA26-4C5F-B789-2D76E2B84E0C}" type="pres">
      <dgm:prSet presAssocID="{77F3B8DA-CE55-42AF-A1DE-BE2530AE9F2A}" presName="node" presStyleLbl="node1" presStyleIdx="2" presStyleCnt="7">
        <dgm:presLayoutVars>
          <dgm:bulletEnabled val="1"/>
        </dgm:presLayoutVars>
      </dgm:prSet>
      <dgm:spPr/>
    </dgm:pt>
    <dgm:pt modelId="{BF9F0D7B-A93C-44DA-9617-2281F893B032}" type="pres">
      <dgm:prSet presAssocID="{34D013EC-C43F-4DC1-96BC-FB9045CD457B}" presName="sibTrans" presStyleLbl="sibTrans2D1" presStyleIdx="2" presStyleCnt="6"/>
      <dgm:spPr/>
    </dgm:pt>
    <dgm:pt modelId="{B832463D-2FFD-4EC6-86F4-84576C35AC3D}" type="pres">
      <dgm:prSet presAssocID="{34D013EC-C43F-4DC1-96BC-FB9045CD457B}" presName="connectorText" presStyleLbl="sibTrans2D1" presStyleIdx="2" presStyleCnt="6"/>
      <dgm:spPr/>
    </dgm:pt>
    <dgm:pt modelId="{DB72012D-A4B8-46F4-AC9D-A6EAF3F101EA}" type="pres">
      <dgm:prSet presAssocID="{5BB53D01-F7F8-48C5-8114-9DEDC539286D}" presName="node" presStyleLbl="node1" presStyleIdx="3" presStyleCnt="7">
        <dgm:presLayoutVars>
          <dgm:bulletEnabled val="1"/>
        </dgm:presLayoutVars>
      </dgm:prSet>
      <dgm:spPr/>
    </dgm:pt>
    <dgm:pt modelId="{0D3CF1CF-DA8F-48CD-B777-6D3A0C0BE0BA}" type="pres">
      <dgm:prSet presAssocID="{79BB13FF-0F1D-4EAB-85C6-AAD1F4C0F9CE}" presName="sibTrans" presStyleLbl="sibTrans2D1" presStyleIdx="3" presStyleCnt="6"/>
      <dgm:spPr/>
    </dgm:pt>
    <dgm:pt modelId="{67784268-087D-4B3D-BBC0-78686809D372}" type="pres">
      <dgm:prSet presAssocID="{79BB13FF-0F1D-4EAB-85C6-AAD1F4C0F9CE}" presName="connectorText" presStyleLbl="sibTrans2D1" presStyleIdx="3" presStyleCnt="6"/>
      <dgm:spPr/>
    </dgm:pt>
    <dgm:pt modelId="{C5FE4820-6E03-4AA6-B315-9C7E34EF6351}" type="pres">
      <dgm:prSet presAssocID="{BC358F12-9718-4C20-947A-F7098F44A16D}" presName="node" presStyleLbl="node1" presStyleIdx="4" presStyleCnt="7">
        <dgm:presLayoutVars>
          <dgm:bulletEnabled val="1"/>
        </dgm:presLayoutVars>
      </dgm:prSet>
      <dgm:spPr/>
    </dgm:pt>
    <dgm:pt modelId="{BB67E214-581C-4093-867C-2F17FCC9FDF3}" type="pres">
      <dgm:prSet presAssocID="{B9DFCAA2-982D-460F-B0DD-6BD777E69AC8}" presName="sibTrans" presStyleLbl="sibTrans2D1" presStyleIdx="4" presStyleCnt="6"/>
      <dgm:spPr/>
    </dgm:pt>
    <dgm:pt modelId="{FF2ED0DF-5C4E-469B-A9EB-4FA81A3A7C60}" type="pres">
      <dgm:prSet presAssocID="{B9DFCAA2-982D-460F-B0DD-6BD777E69AC8}" presName="connectorText" presStyleLbl="sibTrans2D1" presStyleIdx="4" presStyleCnt="6"/>
      <dgm:spPr/>
    </dgm:pt>
    <dgm:pt modelId="{5C20DB61-9B0D-4458-B8E3-9AFB4E8825DF}" type="pres">
      <dgm:prSet presAssocID="{43C1FC9A-69DE-4FBA-B9DB-8B779D1E8187}" presName="node" presStyleLbl="node1" presStyleIdx="5" presStyleCnt="7">
        <dgm:presLayoutVars>
          <dgm:bulletEnabled val="1"/>
        </dgm:presLayoutVars>
      </dgm:prSet>
      <dgm:spPr/>
    </dgm:pt>
    <dgm:pt modelId="{93F3D4AB-3017-4486-BEC0-417CF7F7C354}" type="pres">
      <dgm:prSet presAssocID="{6DA9AB54-1E6B-428E-9315-B01B7A471280}" presName="sibTrans" presStyleLbl="sibTrans2D1" presStyleIdx="5" presStyleCnt="6"/>
      <dgm:spPr/>
    </dgm:pt>
    <dgm:pt modelId="{D80707D6-8C51-46E6-AED0-1E33D765D57E}" type="pres">
      <dgm:prSet presAssocID="{6DA9AB54-1E6B-428E-9315-B01B7A471280}" presName="connectorText" presStyleLbl="sibTrans2D1" presStyleIdx="5" presStyleCnt="6"/>
      <dgm:spPr/>
    </dgm:pt>
    <dgm:pt modelId="{248F9535-78F3-4B02-8951-294827CE6AA4}" type="pres">
      <dgm:prSet presAssocID="{A48ADECC-CEE0-4847-851C-A73E83C3B097}" presName="node" presStyleLbl="node1" presStyleIdx="6" presStyleCnt="7">
        <dgm:presLayoutVars>
          <dgm:bulletEnabled val="1"/>
        </dgm:presLayoutVars>
      </dgm:prSet>
      <dgm:spPr/>
    </dgm:pt>
  </dgm:ptLst>
  <dgm:cxnLst>
    <dgm:cxn modelId="{F5D8FB0B-A8A6-424B-B3EA-8B4E507A2CE5}" type="presOf" srcId="{79BB13FF-0F1D-4EAB-85C6-AAD1F4C0F9CE}" destId="{0D3CF1CF-DA8F-48CD-B777-6D3A0C0BE0BA}" srcOrd="0" destOrd="0" presId="urn:microsoft.com/office/officeart/2005/8/layout/process5"/>
    <dgm:cxn modelId="{48ED590C-A84C-4FDA-B34D-69A3AC66B52F}" srcId="{B7B1E4A4-B6AD-4A86-9E6E-F5725202E7A1}" destId="{A48ADECC-CEE0-4847-851C-A73E83C3B097}" srcOrd="6" destOrd="0" parTransId="{13250FCE-98A3-42CA-A520-A48C459B3C27}" sibTransId="{579E5474-70A6-40BB-B03D-5697610CBEAD}"/>
    <dgm:cxn modelId="{E1A3B30E-0EBA-4B91-AB35-76B0801AC2DF}" type="presOf" srcId="{1511381D-848D-49D3-B341-9305B08DA3E3}" destId="{A569E481-F690-4243-B8C8-F26D66943165}" srcOrd="1" destOrd="0" presId="urn:microsoft.com/office/officeart/2005/8/layout/process5"/>
    <dgm:cxn modelId="{9C902112-2196-4E9D-BF7B-740DF422FECF}" type="presOf" srcId="{59DF2195-0FFA-494F-BF89-2332B8E2DEC0}" destId="{D0CADF05-F126-430B-92FC-01F71EB01802}" srcOrd="0" destOrd="0" presId="urn:microsoft.com/office/officeart/2005/8/layout/process5"/>
    <dgm:cxn modelId="{D5A1D73B-F52E-40A7-8360-2EEFEF74A176}" type="presOf" srcId="{BA466BB9-2DE7-498F-B238-E48A997ABF6F}" destId="{CA4BB417-F25C-48F9-9F5C-1C6898606DE0}" srcOrd="0" destOrd="0" presId="urn:microsoft.com/office/officeart/2005/8/layout/process5"/>
    <dgm:cxn modelId="{1AF0703C-9AAE-4170-AE8F-BD3B1A3D080A}" type="presOf" srcId="{79BB13FF-0F1D-4EAB-85C6-AAD1F4C0F9CE}" destId="{67784268-087D-4B3D-BBC0-78686809D372}" srcOrd="1" destOrd="0" presId="urn:microsoft.com/office/officeart/2005/8/layout/process5"/>
    <dgm:cxn modelId="{D8F77F43-F01C-47F0-A3BE-418F8CC48D96}" srcId="{B7B1E4A4-B6AD-4A86-9E6E-F5725202E7A1}" destId="{AF91C194-51D2-4F90-8030-CDD6C993D8EF}" srcOrd="1" destOrd="0" parTransId="{25A32131-13E5-4F4E-B25A-E6E2EAC0C6A9}" sibTransId="{1511381D-848D-49D3-B341-9305B08DA3E3}"/>
    <dgm:cxn modelId="{6ED8286B-F864-4EDA-A5D3-02420863BC95}" srcId="{B7B1E4A4-B6AD-4A86-9E6E-F5725202E7A1}" destId="{77F3B8DA-CE55-42AF-A1DE-BE2530AE9F2A}" srcOrd="2" destOrd="0" parTransId="{C6C4BFB8-BAE7-4BE5-81E5-143CBFD80A0A}" sibTransId="{34D013EC-C43F-4DC1-96BC-FB9045CD457B}"/>
    <dgm:cxn modelId="{1962726C-EF02-48CF-8511-46810532FEF1}" type="presOf" srcId="{A48ADECC-CEE0-4847-851C-A73E83C3B097}" destId="{248F9535-78F3-4B02-8951-294827CE6AA4}" srcOrd="0" destOrd="0" presId="urn:microsoft.com/office/officeart/2005/8/layout/process5"/>
    <dgm:cxn modelId="{01E3094D-A2B0-4D98-A96B-60EA1164FE9A}" type="presOf" srcId="{AF91C194-51D2-4F90-8030-CDD6C993D8EF}" destId="{CDF2FAB6-C1F3-4D13-85A5-E9422BF70B71}" srcOrd="0" destOrd="0" presId="urn:microsoft.com/office/officeart/2005/8/layout/process5"/>
    <dgm:cxn modelId="{9FD92A4D-E8ED-4E9F-B7EA-79A4C927BFD5}" type="presOf" srcId="{B7B1E4A4-B6AD-4A86-9E6E-F5725202E7A1}" destId="{6766A631-A582-4773-A66E-DDE1A1E74302}" srcOrd="0" destOrd="0" presId="urn:microsoft.com/office/officeart/2005/8/layout/process5"/>
    <dgm:cxn modelId="{D634BC71-764D-4DE1-8CA3-03B33FAC155E}" srcId="{B7B1E4A4-B6AD-4A86-9E6E-F5725202E7A1}" destId="{59DF2195-0FFA-494F-BF89-2332B8E2DEC0}" srcOrd="0" destOrd="0" parTransId="{F35ADE78-AFA8-4676-B06E-BFC2E7F69311}" sibTransId="{BA466BB9-2DE7-498F-B238-E48A997ABF6F}"/>
    <dgm:cxn modelId="{291A8D52-74BF-4993-A673-22568ECD83A6}" srcId="{B7B1E4A4-B6AD-4A86-9E6E-F5725202E7A1}" destId="{5BB53D01-F7F8-48C5-8114-9DEDC539286D}" srcOrd="3" destOrd="0" parTransId="{76FEFD64-3057-4664-96CF-13BC49E3E8C5}" sibTransId="{79BB13FF-0F1D-4EAB-85C6-AAD1F4C0F9CE}"/>
    <dgm:cxn modelId="{DA13FD73-BE20-43B4-9945-7762B335F78D}" type="presOf" srcId="{B9DFCAA2-982D-460F-B0DD-6BD777E69AC8}" destId="{BB67E214-581C-4093-867C-2F17FCC9FDF3}" srcOrd="0" destOrd="0" presId="urn:microsoft.com/office/officeart/2005/8/layout/process5"/>
    <dgm:cxn modelId="{0E38DF7B-7DD7-4D64-B1A5-21C0041EC6AC}" srcId="{B7B1E4A4-B6AD-4A86-9E6E-F5725202E7A1}" destId="{BC358F12-9718-4C20-947A-F7098F44A16D}" srcOrd="4" destOrd="0" parTransId="{D61E72E7-F456-4DF2-86B4-C5E8E7B51F63}" sibTransId="{B9DFCAA2-982D-460F-B0DD-6BD777E69AC8}"/>
    <dgm:cxn modelId="{36E9F784-E216-4F6F-8D7E-CB19B604D237}" type="presOf" srcId="{43C1FC9A-69DE-4FBA-B9DB-8B779D1E8187}" destId="{5C20DB61-9B0D-4458-B8E3-9AFB4E8825DF}" srcOrd="0" destOrd="0" presId="urn:microsoft.com/office/officeart/2005/8/layout/process5"/>
    <dgm:cxn modelId="{FAE2B48B-8D6C-4D5B-B84D-98C1E477BFF3}" type="presOf" srcId="{6DA9AB54-1E6B-428E-9315-B01B7A471280}" destId="{D80707D6-8C51-46E6-AED0-1E33D765D57E}" srcOrd="1" destOrd="0" presId="urn:microsoft.com/office/officeart/2005/8/layout/process5"/>
    <dgm:cxn modelId="{A4512396-4F7C-433F-BB64-F8DB6BF90B7C}" srcId="{B7B1E4A4-B6AD-4A86-9E6E-F5725202E7A1}" destId="{43C1FC9A-69DE-4FBA-B9DB-8B779D1E8187}" srcOrd="5" destOrd="0" parTransId="{C08A1A92-D225-461E-9636-F799443DC28A}" sibTransId="{6DA9AB54-1E6B-428E-9315-B01B7A471280}"/>
    <dgm:cxn modelId="{F593E39A-2144-456F-9B8A-A0B005CCDBFA}" type="presOf" srcId="{1511381D-848D-49D3-B341-9305B08DA3E3}" destId="{A70DF8C4-8D71-4A4A-8127-9194029CB2F7}" srcOrd="0" destOrd="0" presId="urn:microsoft.com/office/officeart/2005/8/layout/process5"/>
    <dgm:cxn modelId="{0707329E-1747-42EA-BAEC-8E61F1978823}" type="presOf" srcId="{77F3B8DA-CE55-42AF-A1DE-BE2530AE9F2A}" destId="{7C0C35F3-DA26-4C5F-B789-2D76E2B84E0C}" srcOrd="0" destOrd="0" presId="urn:microsoft.com/office/officeart/2005/8/layout/process5"/>
    <dgm:cxn modelId="{42F5CCA2-9777-48A1-999A-F6976B50A5B1}" type="presOf" srcId="{BC358F12-9718-4C20-947A-F7098F44A16D}" destId="{C5FE4820-6E03-4AA6-B315-9C7E34EF6351}" srcOrd="0" destOrd="0" presId="urn:microsoft.com/office/officeart/2005/8/layout/process5"/>
    <dgm:cxn modelId="{DA6893AE-80EE-433F-9948-3FD452D927E5}" type="presOf" srcId="{5BB53D01-F7F8-48C5-8114-9DEDC539286D}" destId="{DB72012D-A4B8-46F4-AC9D-A6EAF3F101EA}" srcOrd="0" destOrd="0" presId="urn:microsoft.com/office/officeart/2005/8/layout/process5"/>
    <dgm:cxn modelId="{AC1131B1-CA9B-4EBD-9388-3FD616801E1C}" type="presOf" srcId="{6DA9AB54-1E6B-428E-9315-B01B7A471280}" destId="{93F3D4AB-3017-4486-BEC0-417CF7F7C354}" srcOrd="0" destOrd="0" presId="urn:microsoft.com/office/officeart/2005/8/layout/process5"/>
    <dgm:cxn modelId="{5242AAB4-45C6-4CCE-BE74-94CC62FDC049}" type="presOf" srcId="{BA466BB9-2DE7-498F-B238-E48A997ABF6F}" destId="{51036525-F228-4A1B-A51B-E446AAC76980}" srcOrd="1" destOrd="0" presId="urn:microsoft.com/office/officeart/2005/8/layout/process5"/>
    <dgm:cxn modelId="{461D67C5-2A4E-471E-8EF3-AC7F4E0BD7FF}" type="presOf" srcId="{34D013EC-C43F-4DC1-96BC-FB9045CD457B}" destId="{B832463D-2FFD-4EC6-86F4-84576C35AC3D}" srcOrd="1" destOrd="0" presId="urn:microsoft.com/office/officeart/2005/8/layout/process5"/>
    <dgm:cxn modelId="{BEA27AE1-F165-4E5B-A257-21BC9040C99A}" type="presOf" srcId="{B9DFCAA2-982D-460F-B0DD-6BD777E69AC8}" destId="{FF2ED0DF-5C4E-469B-A9EB-4FA81A3A7C60}" srcOrd="1" destOrd="0" presId="urn:microsoft.com/office/officeart/2005/8/layout/process5"/>
    <dgm:cxn modelId="{C269AFE8-BD43-4A79-9270-796E7A97E1F5}" type="presOf" srcId="{34D013EC-C43F-4DC1-96BC-FB9045CD457B}" destId="{BF9F0D7B-A93C-44DA-9617-2281F893B032}" srcOrd="0" destOrd="0" presId="urn:microsoft.com/office/officeart/2005/8/layout/process5"/>
    <dgm:cxn modelId="{B5BE8CAF-2FDD-47A1-82BB-D230C81D61AB}" type="presParOf" srcId="{6766A631-A582-4773-A66E-DDE1A1E74302}" destId="{D0CADF05-F126-430B-92FC-01F71EB01802}" srcOrd="0" destOrd="0" presId="urn:microsoft.com/office/officeart/2005/8/layout/process5"/>
    <dgm:cxn modelId="{3594B1DC-ABEC-43E7-A00B-C650E4B10007}" type="presParOf" srcId="{6766A631-A582-4773-A66E-DDE1A1E74302}" destId="{CA4BB417-F25C-48F9-9F5C-1C6898606DE0}" srcOrd="1" destOrd="0" presId="urn:microsoft.com/office/officeart/2005/8/layout/process5"/>
    <dgm:cxn modelId="{5CEA79D4-7FAD-4CE3-A870-FF033789CC99}" type="presParOf" srcId="{CA4BB417-F25C-48F9-9F5C-1C6898606DE0}" destId="{51036525-F228-4A1B-A51B-E446AAC76980}" srcOrd="0" destOrd="0" presId="urn:microsoft.com/office/officeart/2005/8/layout/process5"/>
    <dgm:cxn modelId="{66509845-1C41-4990-8208-DB70C1059CA1}" type="presParOf" srcId="{6766A631-A582-4773-A66E-DDE1A1E74302}" destId="{CDF2FAB6-C1F3-4D13-85A5-E9422BF70B71}" srcOrd="2" destOrd="0" presId="urn:microsoft.com/office/officeart/2005/8/layout/process5"/>
    <dgm:cxn modelId="{071248FF-7F7E-4A09-A639-E94C75E23E86}" type="presParOf" srcId="{6766A631-A582-4773-A66E-DDE1A1E74302}" destId="{A70DF8C4-8D71-4A4A-8127-9194029CB2F7}" srcOrd="3" destOrd="0" presId="urn:microsoft.com/office/officeart/2005/8/layout/process5"/>
    <dgm:cxn modelId="{CB861F05-1BA6-4886-B210-46A4599E870E}" type="presParOf" srcId="{A70DF8C4-8D71-4A4A-8127-9194029CB2F7}" destId="{A569E481-F690-4243-B8C8-F26D66943165}" srcOrd="0" destOrd="0" presId="urn:microsoft.com/office/officeart/2005/8/layout/process5"/>
    <dgm:cxn modelId="{715B5B1F-5689-4EA7-ABB4-EFED684C41C0}" type="presParOf" srcId="{6766A631-A582-4773-A66E-DDE1A1E74302}" destId="{7C0C35F3-DA26-4C5F-B789-2D76E2B84E0C}" srcOrd="4" destOrd="0" presId="urn:microsoft.com/office/officeart/2005/8/layout/process5"/>
    <dgm:cxn modelId="{E6EEA895-4E30-4019-8CE2-2E2159C2DD7F}" type="presParOf" srcId="{6766A631-A582-4773-A66E-DDE1A1E74302}" destId="{BF9F0D7B-A93C-44DA-9617-2281F893B032}" srcOrd="5" destOrd="0" presId="urn:microsoft.com/office/officeart/2005/8/layout/process5"/>
    <dgm:cxn modelId="{E9186051-A533-4EA3-87C8-D9460347B964}" type="presParOf" srcId="{BF9F0D7B-A93C-44DA-9617-2281F893B032}" destId="{B832463D-2FFD-4EC6-86F4-84576C35AC3D}" srcOrd="0" destOrd="0" presId="urn:microsoft.com/office/officeart/2005/8/layout/process5"/>
    <dgm:cxn modelId="{E9CF8EB2-8E65-4347-8364-B0A76FA6717E}" type="presParOf" srcId="{6766A631-A582-4773-A66E-DDE1A1E74302}" destId="{DB72012D-A4B8-46F4-AC9D-A6EAF3F101EA}" srcOrd="6" destOrd="0" presId="urn:microsoft.com/office/officeart/2005/8/layout/process5"/>
    <dgm:cxn modelId="{0FCC7BF8-9508-4C47-AAA4-13B524626658}" type="presParOf" srcId="{6766A631-A582-4773-A66E-DDE1A1E74302}" destId="{0D3CF1CF-DA8F-48CD-B777-6D3A0C0BE0BA}" srcOrd="7" destOrd="0" presId="urn:microsoft.com/office/officeart/2005/8/layout/process5"/>
    <dgm:cxn modelId="{E8868E80-CC12-4E83-B9E0-91ACA3945AFA}" type="presParOf" srcId="{0D3CF1CF-DA8F-48CD-B777-6D3A0C0BE0BA}" destId="{67784268-087D-4B3D-BBC0-78686809D372}" srcOrd="0" destOrd="0" presId="urn:microsoft.com/office/officeart/2005/8/layout/process5"/>
    <dgm:cxn modelId="{9C17F596-89FC-4021-93EF-0D633053092C}" type="presParOf" srcId="{6766A631-A582-4773-A66E-DDE1A1E74302}" destId="{C5FE4820-6E03-4AA6-B315-9C7E34EF6351}" srcOrd="8" destOrd="0" presId="urn:microsoft.com/office/officeart/2005/8/layout/process5"/>
    <dgm:cxn modelId="{4AF3D8A6-7E4A-45C0-ACF6-35661BBCDD15}" type="presParOf" srcId="{6766A631-A582-4773-A66E-DDE1A1E74302}" destId="{BB67E214-581C-4093-867C-2F17FCC9FDF3}" srcOrd="9" destOrd="0" presId="urn:microsoft.com/office/officeart/2005/8/layout/process5"/>
    <dgm:cxn modelId="{D441D4A2-0340-4A6A-B9F8-61BE08C45C9A}" type="presParOf" srcId="{BB67E214-581C-4093-867C-2F17FCC9FDF3}" destId="{FF2ED0DF-5C4E-469B-A9EB-4FA81A3A7C60}" srcOrd="0" destOrd="0" presId="urn:microsoft.com/office/officeart/2005/8/layout/process5"/>
    <dgm:cxn modelId="{4FD7C3D6-4E99-47E4-B60D-2C63CF27FD96}" type="presParOf" srcId="{6766A631-A582-4773-A66E-DDE1A1E74302}" destId="{5C20DB61-9B0D-4458-B8E3-9AFB4E8825DF}" srcOrd="10" destOrd="0" presId="urn:microsoft.com/office/officeart/2005/8/layout/process5"/>
    <dgm:cxn modelId="{5B5FEFAB-D65E-49A8-BF28-4268B4440DE3}" type="presParOf" srcId="{6766A631-A582-4773-A66E-DDE1A1E74302}" destId="{93F3D4AB-3017-4486-BEC0-417CF7F7C354}" srcOrd="11" destOrd="0" presId="urn:microsoft.com/office/officeart/2005/8/layout/process5"/>
    <dgm:cxn modelId="{748B0CE2-FBD0-4534-9711-B23271BAC8BF}" type="presParOf" srcId="{93F3D4AB-3017-4486-BEC0-417CF7F7C354}" destId="{D80707D6-8C51-46E6-AED0-1E33D765D57E}" srcOrd="0" destOrd="0" presId="urn:microsoft.com/office/officeart/2005/8/layout/process5"/>
    <dgm:cxn modelId="{DB91BF7E-8BC9-4062-A453-B096760BC39E}" type="presParOf" srcId="{6766A631-A582-4773-A66E-DDE1A1E74302}" destId="{248F9535-78F3-4B02-8951-294827CE6AA4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0D848B-FD47-4EDF-88A4-CF36F6FC4949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D4B50ABE-0F9F-4140-A964-CE23D3DCE19D}">
      <dgm:prSet/>
      <dgm:spPr/>
      <dgm:t>
        <a:bodyPr/>
        <a:lstStyle/>
        <a:p>
          <a:r>
            <a:rPr lang="ro-RO"/>
            <a:t>S</a:t>
          </a:r>
          <a:r>
            <a:rPr lang="en-US"/>
            <a:t>-a utilizat subsetul “test-clean” din corpul NoiseLibriSpeech</a:t>
          </a:r>
        </a:p>
      </dgm:t>
    </dgm:pt>
    <dgm:pt modelId="{10A9910B-A100-4E57-8C79-1E3B4187B627}" type="parTrans" cxnId="{52E2201A-E671-4FF5-B674-33D2A8A93EC6}">
      <dgm:prSet/>
      <dgm:spPr/>
      <dgm:t>
        <a:bodyPr/>
        <a:lstStyle/>
        <a:p>
          <a:endParaRPr lang="en-US"/>
        </a:p>
      </dgm:t>
    </dgm:pt>
    <dgm:pt modelId="{357A5C28-2DF9-49F2-BF61-A399B1DC8BEC}" type="sibTrans" cxnId="{52E2201A-E671-4FF5-B674-33D2A8A93EC6}">
      <dgm:prSet/>
      <dgm:spPr/>
      <dgm:t>
        <a:bodyPr/>
        <a:lstStyle/>
        <a:p>
          <a:endParaRPr lang="en-US"/>
        </a:p>
      </dgm:t>
    </dgm:pt>
    <dgm:pt modelId="{7804903F-531B-40B0-8402-A68A713F89E5}">
      <dgm:prSet/>
      <dgm:spPr/>
      <dgm:t>
        <a:bodyPr/>
        <a:lstStyle/>
        <a:p>
          <a:r>
            <a:rPr lang="ro-RO"/>
            <a:t>Fișierele </a:t>
          </a:r>
          <a:r>
            <a:rPr lang="en-US"/>
            <a:t>audio originale au fost contaminate artificial cu diferite tipuri de zgomot ambiental</a:t>
          </a:r>
        </a:p>
      </dgm:t>
    </dgm:pt>
    <dgm:pt modelId="{2010F55B-335C-4C45-AB3C-9E8E9DE577A5}" type="parTrans" cxnId="{A4AAE4F5-7186-48A5-A09A-B1995B6C2A2D}">
      <dgm:prSet/>
      <dgm:spPr/>
      <dgm:t>
        <a:bodyPr/>
        <a:lstStyle/>
        <a:p>
          <a:endParaRPr lang="en-US"/>
        </a:p>
      </dgm:t>
    </dgm:pt>
    <dgm:pt modelId="{81FABC2E-40ED-473A-ABF4-39EBC9518B93}" type="sibTrans" cxnId="{A4AAE4F5-7186-48A5-A09A-B1995B6C2A2D}">
      <dgm:prSet/>
      <dgm:spPr/>
      <dgm:t>
        <a:bodyPr/>
        <a:lstStyle/>
        <a:p>
          <a:endParaRPr lang="en-US"/>
        </a:p>
      </dgm:t>
    </dgm:pt>
    <dgm:pt modelId="{878E6A71-389B-41DE-AB08-D9A4EC5FE31D}">
      <dgm:prSet/>
      <dgm:spPr/>
      <dgm:t>
        <a:bodyPr/>
        <a:lstStyle/>
        <a:p>
          <a:r>
            <a:rPr lang="en-US"/>
            <a:t>Zgomotele variază în complexitate și intensitate, imitând condiții acustice reale precum traficul, zgomotul de fond urban sau medii industrial</a:t>
          </a:r>
        </a:p>
      </dgm:t>
    </dgm:pt>
    <dgm:pt modelId="{6DB33E46-9E9B-4CDA-8524-DA936AF1055B}" type="parTrans" cxnId="{BA2FAEF5-803D-4016-B6D6-95166C9E7D26}">
      <dgm:prSet/>
      <dgm:spPr/>
      <dgm:t>
        <a:bodyPr/>
        <a:lstStyle/>
        <a:p>
          <a:endParaRPr lang="en-US"/>
        </a:p>
      </dgm:t>
    </dgm:pt>
    <dgm:pt modelId="{58F861F0-7375-4F84-A655-748474E99598}" type="sibTrans" cxnId="{BA2FAEF5-803D-4016-B6D6-95166C9E7D26}">
      <dgm:prSet/>
      <dgm:spPr/>
      <dgm:t>
        <a:bodyPr/>
        <a:lstStyle/>
        <a:p>
          <a:endParaRPr lang="en-US"/>
        </a:p>
      </dgm:t>
    </dgm:pt>
    <dgm:pt modelId="{F8C402FD-0BBE-4EE6-9771-BE028C3F11D8}">
      <dgm:prSet/>
      <dgm:spPr/>
      <dgm:t>
        <a:bodyPr/>
        <a:lstStyle/>
        <a:p>
          <a:r>
            <a:rPr lang="en-US"/>
            <a:t>Setul oferă astfel un cadru ideal pentru testarea robusteții unui sistem ASR preantrenat în fața degradărilor acustice. </a:t>
          </a:r>
        </a:p>
      </dgm:t>
    </dgm:pt>
    <dgm:pt modelId="{CB598B5D-A2F1-480A-8CAC-603F2E90A4DB}" type="parTrans" cxnId="{15F9DF03-65B8-4BB5-A53A-CC1340CE40E4}">
      <dgm:prSet/>
      <dgm:spPr/>
      <dgm:t>
        <a:bodyPr/>
        <a:lstStyle/>
        <a:p>
          <a:endParaRPr lang="en-US"/>
        </a:p>
      </dgm:t>
    </dgm:pt>
    <dgm:pt modelId="{8D589C72-BF71-4A0C-86F0-C47EC265148A}" type="sibTrans" cxnId="{15F9DF03-65B8-4BB5-A53A-CC1340CE40E4}">
      <dgm:prSet/>
      <dgm:spPr/>
      <dgm:t>
        <a:bodyPr/>
        <a:lstStyle/>
        <a:p>
          <a:endParaRPr lang="en-US"/>
        </a:p>
      </dgm:t>
    </dgm:pt>
    <dgm:pt modelId="{70B78AA8-4B6A-4399-958E-27FB7318CA7D}" type="pres">
      <dgm:prSet presAssocID="{7A0D848B-FD47-4EDF-88A4-CF36F6FC4949}" presName="vert0" presStyleCnt="0">
        <dgm:presLayoutVars>
          <dgm:dir/>
          <dgm:animOne val="branch"/>
          <dgm:animLvl val="lvl"/>
        </dgm:presLayoutVars>
      </dgm:prSet>
      <dgm:spPr/>
    </dgm:pt>
    <dgm:pt modelId="{18E6404A-ADE9-4295-83FB-663BC4B81279}" type="pres">
      <dgm:prSet presAssocID="{D4B50ABE-0F9F-4140-A964-CE23D3DCE19D}" presName="thickLine" presStyleLbl="alignNode1" presStyleIdx="0" presStyleCnt="4"/>
      <dgm:spPr/>
    </dgm:pt>
    <dgm:pt modelId="{1A7B1050-DB2A-48A3-B8B2-2599358E1DFD}" type="pres">
      <dgm:prSet presAssocID="{D4B50ABE-0F9F-4140-A964-CE23D3DCE19D}" presName="horz1" presStyleCnt="0"/>
      <dgm:spPr/>
    </dgm:pt>
    <dgm:pt modelId="{D083920D-C571-4F44-A599-29E4541CD2F4}" type="pres">
      <dgm:prSet presAssocID="{D4B50ABE-0F9F-4140-A964-CE23D3DCE19D}" presName="tx1" presStyleLbl="revTx" presStyleIdx="0" presStyleCnt="4"/>
      <dgm:spPr/>
    </dgm:pt>
    <dgm:pt modelId="{AD1D5159-9D44-458E-9CFC-5C19A3F9041F}" type="pres">
      <dgm:prSet presAssocID="{D4B50ABE-0F9F-4140-A964-CE23D3DCE19D}" presName="vert1" presStyleCnt="0"/>
      <dgm:spPr/>
    </dgm:pt>
    <dgm:pt modelId="{AA1FBFC8-9F07-491C-BFFA-BA94CE09526C}" type="pres">
      <dgm:prSet presAssocID="{7804903F-531B-40B0-8402-A68A713F89E5}" presName="thickLine" presStyleLbl="alignNode1" presStyleIdx="1" presStyleCnt="4"/>
      <dgm:spPr/>
    </dgm:pt>
    <dgm:pt modelId="{D03E9D1C-C76F-40C2-8145-3674411DB4EA}" type="pres">
      <dgm:prSet presAssocID="{7804903F-531B-40B0-8402-A68A713F89E5}" presName="horz1" presStyleCnt="0"/>
      <dgm:spPr/>
    </dgm:pt>
    <dgm:pt modelId="{21B0B391-0DF6-4561-9450-D49EAFE499AC}" type="pres">
      <dgm:prSet presAssocID="{7804903F-531B-40B0-8402-A68A713F89E5}" presName="tx1" presStyleLbl="revTx" presStyleIdx="1" presStyleCnt="4"/>
      <dgm:spPr/>
    </dgm:pt>
    <dgm:pt modelId="{2051DE4A-B48A-4F89-A21F-FAE5B19ED4D1}" type="pres">
      <dgm:prSet presAssocID="{7804903F-531B-40B0-8402-A68A713F89E5}" presName="vert1" presStyleCnt="0"/>
      <dgm:spPr/>
    </dgm:pt>
    <dgm:pt modelId="{FE37A8E1-3C55-4368-8581-990A790E5320}" type="pres">
      <dgm:prSet presAssocID="{878E6A71-389B-41DE-AB08-D9A4EC5FE31D}" presName="thickLine" presStyleLbl="alignNode1" presStyleIdx="2" presStyleCnt="4"/>
      <dgm:spPr/>
    </dgm:pt>
    <dgm:pt modelId="{11F91FF3-CF1B-4CB9-AF15-11EAA536E81D}" type="pres">
      <dgm:prSet presAssocID="{878E6A71-389B-41DE-AB08-D9A4EC5FE31D}" presName="horz1" presStyleCnt="0"/>
      <dgm:spPr/>
    </dgm:pt>
    <dgm:pt modelId="{CB4F786D-E445-4B11-8781-B3AACA9EB0DE}" type="pres">
      <dgm:prSet presAssocID="{878E6A71-389B-41DE-AB08-D9A4EC5FE31D}" presName="tx1" presStyleLbl="revTx" presStyleIdx="2" presStyleCnt="4"/>
      <dgm:spPr/>
    </dgm:pt>
    <dgm:pt modelId="{C0376D69-87AE-49BF-A2BF-E1ADFBE06032}" type="pres">
      <dgm:prSet presAssocID="{878E6A71-389B-41DE-AB08-D9A4EC5FE31D}" presName="vert1" presStyleCnt="0"/>
      <dgm:spPr/>
    </dgm:pt>
    <dgm:pt modelId="{DBC259D2-3883-439D-B7BE-F6CE6B3B5A25}" type="pres">
      <dgm:prSet presAssocID="{F8C402FD-0BBE-4EE6-9771-BE028C3F11D8}" presName="thickLine" presStyleLbl="alignNode1" presStyleIdx="3" presStyleCnt="4"/>
      <dgm:spPr/>
    </dgm:pt>
    <dgm:pt modelId="{5AFC9914-947D-482E-8301-58BFAE152F90}" type="pres">
      <dgm:prSet presAssocID="{F8C402FD-0BBE-4EE6-9771-BE028C3F11D8}" presName="horz1" presStyleCnt="0"/>
      <dgm:spPr/>
    </dgm:pt>
    <dgm:pt modelId="{599D0109-B9F2-405B-93FD-A5EC022328F0}" type="pres">
      <dgm:prSet presAssocID="{F8C402FD-0BBE-4EE6-9771-BE028C3F11D8}" presName="tx1" presStyleLbl="revTx" presStyleIdx="3" presStyleCnt="4"/>
      <dgm:spPr/>
    </dgm:pt>
    <dgm:pt modelId="{EB9D0FF3-AE7A-4571-83CB-F5019821D810}" type="pres">
      <dgm:prSet presAssocID="{F8C402FD-0BBE-4EE6-9771-BE028C3F11D8}" presName="vert1" presStyleCnt="0"/>
      <dgm:spPr/>
    </dgm:pt>
  </dgm:ptLst>
  <dgm:cxnLst>
    <dgm:cxn modelId="{15F9DF03-65B8-4BB5-A53A-CC1340CE40E4}" srcId="{7A0D848B-FD47-4EDF-88A4-CF36F6FC4949}" destId="{F8C402FD-0BBE-4EE6-9771-BE028C3F11D8}" srcOrd="3" destOrd="0" parTransId="{CB598B5D-A2F1-480A-8CAC-603F2E90A4DB}" sibTransId="{8D589C72-BF71-4A0C-86F0-C47EC265148A}"/>
    <dgm:cxn modelId="{C0260316-629D-4E78-A69D-0C33CA92CAE5}" type="presOf" srcId="{D4B50ABE-0F9F-4140-A964-CE23D3DCE19D}" destId="{D083920D-C571-4F44-A599-29E4541CD2F4}" srcOrd="0" destOrd="0" presId="urn:microsoft.com/office/officeart/2008/layout/LinedList"/>
    <dgm:cxn modelId="{52E2201A-E671-4FF5-B674-33D2A8A93EC6}" srcId="{7A0D848B-FD47-4EDF-88A4-CF36F6FC4949}" destId="{D4B50ABE-0F9F-4140-A964-CE23D3DCE19D}" srcOrd="0" destOrd="0" parTransId="{10A9910B-A100-4E57-8C79-1E3B4187B627}" sibTransId="{357A5C28-2DF9-49F2-BF61-A399B1DC8BEC}"/>
    <dgm:cxn modelId="{F7D86E36-545E-42E0-A091-7E9DF30F20B7}" type="presOf" srcId="{F8C402FD-0BBE-4EE6-9771-BE028C3F11D8}" destId="{599D0109-B9F2-405B-93FD-A5EC022328F0}" srcOrd="0" destOrd="0" presId="urn:microsoft.com/office/officeart/2008/layout/LinedList"/>
    <dgm:cxn modelId="{E2E3B4A6-02A1-4290-8293-C4F9F19FE2A8}" type="presOf" srcId="{7804903F-531B-40B0-8402-A68A713F89E5}" destId="{21B0B391-0DF6-4561-9450-D49EAFE499AC}" srcOrd="0" destOrd="0" presId="urn:microsoft.com/office/officeart/2008/layout/LinedList"/>
    <dgm:cxn modelId="{61CC20B1-A43A-4CCF-A379-823796A8F303}" type="presOf" srcId="{878E6A71-389B-41DE-AB08-D9A4EC5FE31D}" destId="{CB4F786D-E445-4B11-8781-B3AACA9EB0DE}" srcOrd="0" destOrd="0" presId="urn:microsoft.com/office/officeart/2008/layout/LinedList"/>
    <dgm:cxn modelId="{D174F5B3-CD05-42E8-AB8B-26808A06690C}" type="presOf" srcId="{7A0D848B-FD47-4EDF-88A4-CF36F6FC4949}" destId="{70B78AA8-4B6A-4399-958E-27FB7318CA7D}" srcOrd="0" destOrd="0" presId="urn:microsoft.com/office/officeart/2008/layout/LinedList"/>
    <dgm:cxn modelId="{BA2FAEF5-803D-4016-B6D6-95166C9E7D26}" srcId="{7A0D848B-FD47-4EDF-88A4-CF36F6FC4949}" destId="{878E6A71-389B-41DE-AB08-D9A4EC5FE31D}" srcOrd="2" destOrd="0" parTransId="{6DB33E46-9E9B-4CDA-8524-DA936AF1055B}" sibTransId="{58F861F0-7375-4F84-A655-748474E99598}"/>
    <dgm:cxn modelId="{A4AAE4F5-7186-48A5-A09A-B1995B6C2A2D}" srcId="{7A0D848B-FD47-4EDF-88A4-CF36F6FC4949}" destId="{7804903F-531B-40B0-8402-A68A713F89E5}" srcOrd="1" destOrd="0" parTransId="{2010F55B-335C-4C45-AB3C-9E8E9DE577A5}" sibTransId="{81FABC2E-40ED-473A-ABF4-39EBC9518B93}"/>
    <dgm:cxn modelId="{27B844F2-1537-4E3C-805E-B2E6982B884B}" type="presParOf" srcId="{70B78AA8-4B6A-4399-958E-27FB7318CA7D}" destId="{18E6404A-ADE9-4295-83FB-663BC4B81279}" srcOrd="0" destOrd="0" presId="urn:microsoft.com/office/officeart/2008/layout/LinedList"/>
    <dgm:cxn modelId="{C37912D2-FD86-40C1-8C45-1D448F61105F}" type="presParOf" srcId="{70B78AA8-4B6A-4399-958E-27FB7318CA7D}" destId="{1A7B1050-DB2A-48A3-B8B2-2599358E1DFD}" srcOrd="1" destOrd="0" presId="urn:microsoft.com/office/officeart/2008/layout/LinedList"/>
    <dgm:cxn modelId="{F8D582C1-4329-40E5-BC24-A0153729A263}" type="presParOf" srcId="{1A7B1050-DB2A-48A3-B8B2-2599358E1DFD}" destId="{D083920D-C571-4F44-A599-29E4541CD2F4}" srcOrd="0" destOrd="0" presId="urn:microsoft.com/office/officeart/2008/layout/LinedList"/>
    <dgm:cxn modelId="{79676BBB-A496-49D8-B03B-5A04BFE387B7}" type="presParOf" srcId="{1A7B1050-DB2A-48A3-B8B2-2599358E1DFD}" destId="{AD1D5159-9D44-458E-9CFC-5C19A3F9041F}" srcOrd="1" destOrd="0" presId="urn:microsoft.com/office/officeart/2008/layout/LinedList"/>
    <dgm:cxn modelId="{1CE4D46C-BFDF-4B48-8C7F-A87679D6C033}" type="presParOf" srcId="{70B78AA8-4B6A-4399-958E-27FB7318CA7D}" destId="{AA1FBFC8-9F07-491C-BFFA-BA94CE09526C}" srcOrd="2" destOrd="0" presId="urn:microsoft.com/office/officeart/2008/layout/LinedList"/>
    <dgm:cxn modelId="{87FB4638-FB9B-4443-86A1-D472330AF43D}" type="presParOf" srcId="{70B78AA8-4B6A-4399-958E-27FB7318CA7D}" destId="{D03E9D1C-C76F-40C2-8145-3674411DB4EA}" srcOrd="3" destOrd="0" presId="urn:microsoft.com/office/officeart/2008/layout/LinedList"/>
    <dgm:cxn modelId="{EF69414D-BF3C-41EA-BE70-62E4E24BEE61}" type="presParOf" srcId="{D03E9D1C-C76F-40C2-8145-3674411DB4EA}" destId="{21B0B391-0DF6-4561-9450-D49EAFE499AC}" srcOrd="0" destOrd="0" presId="urn:microsoft.com/office/officeart/2008/layout/LinedList"/>
    <dgm:cxn modelId="{413335AE-2562-4395-B56E-317E9BCA0DC2}" type="presParOf" srcId="{D03E9D1C-C76F-40C2-8145-3674411DB4EA}" destId="{2051DE4A-B48A-4F89-A21F-FAE5B19ED4D1}" srcOrd="1" destOrd="0" presId="urn:microsoft.com/office/officeart/2008/layout/LinedList"/>
    <dgm:cxn modelId="{1BFF014F-7151-4FFB-BEB0-9D95A38E7847}" type="presParOf" srcId="{70B78AA8-4B6A-4399-958E-27FB7318CA7D}" destId="{FE37A8E1-3C55-4368-8581-990A790E5320}" srcOrd="4" destOrd="0" presId="urn:microsoft.com/office/officeart/2008/layout/LinedList"/>
    <dgm:cxn modelId="{F3BC7924-40FB-487A-A951-73669A8A3095}" type="presParOf" srcId="{70B78AA8-4B6A-4399-958E-27FB7318CA7D}" destId="{11F91FF3-CF1B-4CB9-AF15-11EAA536E81D}" srcOrd="5" destOrd="0" presId="urn:microsoft.com/office/officeart/2008/layout/LinedList"/>
    <dgm:cxn modelId="{F6B030C2-2E1D-4EC0-8175-DBE80143EBEE}" type="presParOf" srcId="{11F91FF3-CF1B-4CB9-AF15-11EAA536E81D}" destId="{CB4F786D-E445-4B11-8781-B3AACA9EB0DE}" srcOrd="0" destOrd="0" presId="urn:microsoft.com/office/officeart/2008/layout/LinedList"/>
    <dgm:cxn modelId="{1C9336F4-329D-4C06-ABD2-3F2A14C33F1A}" type="presParOf" srcId="{11F91FF3-CF1B-4CB9-AF15-11EAA536E81D}" destId="{C0376D69-87AE-49BF-A2BF-E1ADFBE06032}" srcOrd="1" destOrd="0" presId="urn:microsoft.com/office/officeart/2008/layout/LinedList"/>
    <dgm:cxn modelId="{11C2410C-B54E-41EE-B4D4-C4D2FEF59D1E}" type="presParOf" srcId="{70B78AA8-4B6A-4399-958E-27FB7318CA7D}" destId="{DBC259D2-3883-439D-B7BE-F6CE6B3B5A25}" srcOrd="6" destOrd="0" presId="urn:microsoft.com/office/officeart/2008/layout/LinedList"/>
    <dgm:cxn modelId="{52FFF3D4-9716-4362-BC37-5F2BCD63FD48}" type="presParOf" srcId="{70B78AA8-4B6A-4399-958E-27FB7318CA7D}" destId="{5AFC9914-947D-482E-8301-58BFAE152F90}" srcOrd="7" destOrd="0" presId="urn:microsoft.com/office/officeart/2008/layout/LinedList"/>
    <dgm:cxn modelId="{125FE42C-0F6B-44CF-B4AA-364E60DB3BCC}" type="presParOf" srcId="{5AFC9914-947D-482E-8301-58BFAE152F90}" destId="{599D0109-B9F2-405B-93FD-A5EC022328F0}" srcOrd="0" destOrd="0" presId="urn:microsoft.com/office/officeart/2008/layout/LinedList"/>
    <dgm:cxn modelId="{F93FCC77-B717-4ED1-88A4-1E8DC41BB51E}" type="presParOf" srcId="{5AFC9914-947D-482E-8301-58BFAE152F90}" destId="{EB9D0FF3-AE7A-4571-83CB-F5019821D81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4D7C93-7CE5-4D38-B669-DE5032EDE2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3114BFA-A81E-4034-8CC1-89A6E5DA8B99}">
      <dgm:prSet phldrT="[Text]"/>
      <dgm:spPr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Semnal audio</a:t>
          </a:r>
          <a:endParaRPr lang="en-US" dirty="0"/>
        </a:p>
      </dgm:t>
    </dgm:pt>
    <dgm:pt modelId="{48A30A43-ED2A-47AD-88D4-ACE779FD16E3}" type="parTrans" cxnId="{CCE22298-DC27-4F21-8C4C-EECE6C5D6368}">
      <dgm:prSet/>
      <dgm:spPr/>
      <dgm:t>
        <a:bodyPr/>
        <a:lstStyle/>
        <a:p>
          <a:endParaRPr lang="en-US"/>
        </a:p>
      </dgm:t>
    </dgm:pt>
    <dgm:pt modelId="{F488BD70-749B-40F9-BBEE-C94154AE4F2A}" type="sibTrans" cxnId="{CCE22298-DC27-4F21-8C4C-EECE6C5D6368}">
      <dgm:prSet/>
      <dgm:spPr/>
      <dgm:t>
        <a:bodyPr/>
        <a:lstStyle/>
        <a:p>
          <a:endParaRPr lang="en-US"/>
        </a:p>
      </dgm:t>
    </dgm:pt>
    <dgm:pt modelId="{92C72FA4-6815-4989-B696-82872087D9AF}">
      <dgm:prSet phldrT="[Text]"/>
      <dgm:spPr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STFT</a:t>
          </a:r>
          <a:endParaRPr lang="en-US" dirty="0"/>
        </a:p>
      </dgm:t>
    </dgm:pt>
    <dgm:pt modelId="{D35F9E8E-06B2-493B-9008-A0752613B779}" type="parTrans" cxnId="{405A287B-CEE2-445A-87F3-1DA98875189A}">
      <dgm:prSet/>
      <dgm:spPr/>
      <dgm:t>
        <a:bodyPr/>
        <a:lstStyle/>
        <a:p>
          <a:endParaRPr lang="en-US"/>
        </a:p>
      </dgm:t>
    </dgm:pt>
    <dgm:pt modelId="{12830EFF-E574-46F6-8638-44D2B17D5AD6}" type="sibTrans" cxnId="{405A287B-CEE2-445A-87F3-1DA98875189A}">
      <dgm:prSet/>
      <dgm:spPr/>
      <dgm:t>
        <a:bodyPr/>
        <a:lstStyle/>
        <a:p>
          <a:endParaRPr lang="en-US"/>
        </a:p>
      </dgm:t>
    </dgm:pt>
    <dgm:pt modelId="{527F6C3D-640D-4CEF-B2FA-F8D1EC8B21B1}">
      <dgm:prSet phldrT="[Text]"/>
      <dgm:spPr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Estimare zgomot din semnal</a:t>
          </a:r>
          <a:endParaRPr lang="en-US" dirty="0"/>
        </a:p>
      </dgm:t>
    </dgm:pt>
    <dgm:pt modelId="{259C9B18-DF79-44C3-8172-F21C84BBA03E}" type="parTrans" cxnId="{D4A99E9A-92A9-4342-98EC-AD992550B3DE}">
      <dgm:prSet/>
      <dgm:spPr/>
      <dgm:t>
        <a:bodyPr/>
        <a:lstStyle/>
        <a:p>
          <a:endParaRPr lang="en-US"/>
        </a:p>
      </dgm:t>
    </dgm:pt>
    <dgm:pt modelId="{B58D2776-0860-4349-9495-37C3B72D92E6}" type="sibTrans" cxnId="{D4A99E9A-92A9-4342-98EC-AD992550B3DE}">
      <dgm:prSet/>
      <dgm:spPr/>
      <dgm:t>
        <a:bodyPr/>
        <a:lstStyle/>
        <a:p>
          <a:endParaRPr lang="en-US"/>
        </a:p>
      </dgm:t>
    </dgm:pt>
    <dgm:pt modelId="{44552C9F-E0C5-4A35-AEFD-C2086514FD7E}">
      <dgm:prSet/>
      <dgm:spPr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Calcul mască atenuare </a:t>
          </a:r>
          <a:endParaRPr lang="en-US" dirty="0"/>
        </a:p>
      </dgm:t>
    </dgm:pt>
    <dgm:pt modelId="{69255FDF-1CDE-4945-AC65-E128026C5E84}" type="parTrans" cxnId="{99F1AD3A-8444-4430-9A4B-B5D13CFECA1B}">
      <dgm:prSet/>
      <dgm:spPr/>
      <dgm:t>
        <a:bodyPr/>
        <a:lstStyle/>
        <a:p>
          <a:endParaRPr lang="en-US"/>
        </a:p>
      </dgm:t>
    </dgm:pt>
    <dgm:pt modelId="{455A5C4F-C1CF-4C6B-856A-243E176054B2}" type="sibTrans" cxnId="{99F1AD3A-8444-4430-9A4B-B5D13CFECA1B}">
      <dgm:prSet/>
      <dgm:spPr/>
      <dgm:t>
        <a:bodyPr/>
        <a:lstStyle/>
        <a:p>
          <a:endParaRPr lang="en-US"/>
        </a:p>
      </dgm:t>
    </dgm:pt>
    <dgm:pt modelId="{8FACA208-8F43-480B-92EC-EE2036F54F0C}">
      <dgm:prSet/>
      <dgm:spPr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Aplicare mască asupra spectrului</a:t>
          </a:r>
          <a:endParaRPr lang="en-US" dirty="0"/>
        </a:p>
      </dgm:t>
    </dgm:pt>
    <dgm:pt modelId="{82F6D38C-73C6-446F-B0CB-1C3BC76823EA}" type="parTrans" cxnId="{22580856-501E-4449-86EB-AB00FCCF1FE6}">
      <dgm:prSet/>
      <dgm:spPr/>
      <dgm:t>
        <a:bodyPr/>
        <a:lstStyle/>
        <a:p>
          <a:endParaRPr lang="en-US"/>
        </a:p>
      </dgm:t>
    </dgm:pt>
    <dgm:pt modelId="{41005B2C-04ED-4F4A-B892-361A5DE3FA01}" type="sibTrans" cxnId="{22580856-501E-4449-86EB-AB00FCCF1FE6}">
      <dgm:prSet/>
      <dgm:spPr/>
      <dgm:t>
        <a:bodyPr/>
        <a:lstStyle/>
        <a:p>
          <a:endParaRPr lang="en-US"/>
        </a:p>
      </dgm:t>
    </dgm:pt>
    <dgm:pt modelId="{7E1D7793-812C-49CC-88B8-BB2170336C86}">
      <dgm:prSet/>
      <dgm:spPr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ISTFT</a:t>
          </a:r>
          <a:endParaRPr lang="en-US" dirty="0"/>
        </a:p>
      </dgm:t>
    </dgm:pt>
    <dgm:pt modelId="{6C85B88F-1F84-419C-B30F-2F1DF6FD9CB4}" type="parTrans" cxnId="{01747391-347A-4EDB-B350-EE967101F3EA}">
      <dgm:prSet/>
      <dgm:spPr/>
      <dgm:t>
        <a:bodyPr/>
        <a:lstStyle/>
        <a:p>
          <a:endParaRPr lang="en-US"/>
        </a:p>
      </dgm:t>
    </dgm:pt>
    <dgm:pt modelId="{3DEEE130-A346-47B0-92E5-572CB8989800}" type="sibTrans" cxnId="{01747391-347A-4EDB-B350-EE967101F3EA}">
      <dgm:prSet/>
      <dgm:spPr/>
      <dgm:t>
        <a:bodyPr/>
        <a:lstStyle/>
        <a:p>
          <a:endParaRPr lang="en-US"/>
        </a:p>
      </dgm:t>
    </dgm:pt>
    <dgm:pt modelId="{E92E1163-D5AC-45A2-82BB-13B020313E76}" type="pres">
      <dgm:prSet presAssocID="{E04D7C93-7CE5-4D38-B669-DE5032EDE2D8}" presName="Name0" presStyleCnt="0">
        <dgm:presLayoutVars>
          <dgm:dir/>
          <dgm:resizeHandles val="exact"/>
        </dgm:presLayoutVars>
      </dgm:prSet>
      <dgm:spPr/>
    </dgm:pt>
    <dgm:pt modelId="{718B26E4-9C19-4DAA-B31C-813333B4FAD0}" type="pres">
      <dgm:prSet presAssocID="{33114BFA-A81E-4034-8CC1-89A6E5DA8B99}" presName="node" presStyleLbl="node1" presStyleIdx="0" presStyleCnt="6" custScaleY="140410" custLinFactNeighborX="4323">
        <dgm:presLayoutVars>
          <dgm:bulletEnabled val="1"/>
        </dgm:presLayoutVars>
      </dgm:prSet>
      <dgm:spPr/>
    </dgm:pt>
    <dgm:pt modelId="{6DB889A7-301F-44B4-A610-69BE1DBE86EF}" type="pres">
      <dgm:prSet presAssocID="{F488BD70-749B-40F9-BBEE-C94154AE4F2A}" presName="sibTrans" presStyleLbl="sibTrans2D1" presStyleIdx="0" presStyleCnt="5"/>
      <dgm:spPr/>
    </dgm:pt>
    <dgm:pt modelId="{C4784D79-AF16-4672-AE6B-9000EBD1C469}" type="pres">
      <dgm:prSet presAssocID="{F488BD70-749B-40F9-BBEE-C94154AE4F2A}" presName="connectorText" presStyleLbl="sibTrans2D1" presStyleIdx="0" presStyleCnt="5"/>
      <dgm:spPr/>
    </dgm:pt>
    <dgm:pt modelId="{2E85A753-891E-4C53-A193-4C2492AE4E52}" type="pres">
      <dgm:prSet presAssocID="{92C72FA4-6815-4989-B696-82872087D9AF}" presName="node" presStyleLbl="node1" presStyleIdx="1" presStyleCnt="6" custScaleY="140410">
        <dgm:presLayoutVars>
          <dgm:bulletEnabled val="1"/>
        </dgm:presLayoutVars>
      </dgm:prSet>
      <dgm:spPr/>
    </dgm:pt>
    <dgm:pt modelId="{0FC8A6E7-1459-459D-ACFC-5B7F9AC9136C}" type="pres">
      <dgm:prSet presAssocID="{12830EFF-E574-46F6-8638-44D2B17D5AD6}" presName="sibTrans" presStyleLbl="sibTrans2D1" presStyleIdx="1" presStyleCnt="5"/>
      <dgm:spPr/>
    </dgm:pt>
    <dgm:pt modelId="{4CEC6AD6-0250-4370-A2A1-05225814DF70}" type="pres">
      <dgm:prSet presAssocID="{12830EFF-E574-46F6-8638-44D2B17D5AD6}" presName="connectorText" presStyleLbl="sibTrans2D1" presStyleIdx="1" presStyleCnt="5"/>
      <dgm:spPr/>
    </dgm:pt>
    <dgm:pt modelId="{E673A25E-8ACD-439E-81A9-09B19F704464}" type="pres">
      <dgm:prSet presAssocID="{527F6C3D-640D-4CEF-B2FA-F8D1EC8B21B1}" presName="node" presStyleLbl="node1" presStyleIdx="2" presStyleCnt="6" custScaleY="146174">
        <dgm:presLayoutVars>
          <dgm:bulletEnabled val="1"/>
        </dgm:presLayoutVars>
      </dgm:prSet>
      <dgm:spPr/>
    </dgm:pt>
    <dgm:pt modelId="{D51DB70E-3A2B-4E6E-9735-61602E0DF8C3}" type="pres">
      <dgm:prSet presAssocID="{B58D2776-0860-4349-9495-37C3B72D92E6}" presName="sibTrans" presStyleLbl="sibTrans2D1" presStyleIdx="2" presStyleCnt="5"/>
      <dgm:spPr/>
    </dgm:pt>
    <dgm:pt modelId="{036539A5-86E3-4DC2-A71D-451285904875}" type="pres">
      <dgm:prSet presAssocID="{B58D2776-0860-4349-9495-37C3B72D92E6}" presName="connectorText" presStyleLbl="sibTrans2D1" presStyleIdx="2" presStyleCnt="5"/>
      <dgm:spPr/>
    </dgm:pt>
    <dgm:pt modelId="{458B089E-2DA3-42FC-8229-4C86E84AF800}" type="pres">
      <dgm:prSet presAssocID="{44552C9F-E0C5-4A35-AEFD-C2086514FD7E}" presName="node" presStyleLbl="node1" presStyleIdx="3" presStyleCnt="6" custScaleY="143292" custLinFactNeighborX="3000">
        <dgm:presLayoutVars>
          <dgm:bulletEnabled val="1"/>
        </dgm:presLayoutVars>
      </dgm:prSet>
      <dgm:spPr/>
    </dgm:pt>
    <dgm:pt modelId="{10947180-BB61-4EC3-B284-A1517CDCB7D3}" type="pres">
      <dgm:prSet presAssocID="{455A5C4F-C1CF-4C6B-856A-243E176054B2}" presName="sibTrans" presStyleLbl="sibTrans2D1" presStyleIdx="3" presStyleCnt="5"/>
      <dgm:spPr/>
    </dgm:pt>
    <dgm:pt modelId="{65216F04-0828-4EDA-AFF8-6AF6319F06B4}" type="pres">
      <dgm:prSet presAssocID="{455A5C4F-C1CF-4C6B-856A-243E176054B2}" presName="connectorText" presStyleLbl="sibTrans2D1" presStyleIdx="3" presStyleCnt="5"/>
      <dgm:spPr/>
    </dgm:pt>
    <dgm:pt modelId="{6220D122-8F79-4046-AA9C-809BD5BD01C9}" type="pres">
      <dgm:prSet presAssocID="{8FACA208-8F43-480B-92EC-EE2036F54F0C}" presName="node" presStyleLbl="node1" presStyleIdx="4" presStyleCnt="6" custScaleY="140410">
        <dgm:presLayoutVars>
          <dgm:bulletEnabled val="1"/>
        </dgm:presLayoutVars>
      </dgm:prSet>
      <dgm:spPr/>
    </dgm:pt>
    <dgm:pt modelId="{73FFA7CD-1F6F-44A2-A786-37B330E00885}" type="pres">
      <dgm:prSet presAssocID="{41005B2C-04ED-4F4A-B892-361A5DE3FA01}" presName="sibTrans" presStyleLbl="sibTrans2D1" presStyleIdx="4" presStyleCnt="5"/>
      <dgm:spPr/>
    </dgm:pt>
    <dgm:pt modelId="{7B63F9D5-BAED-42D3-8B5A-29AA2DC30374}" type="pres">
      <dgm:prSet presAssocID="{41005B2C-04ED-4F4A-B892-361A5DE3FA01}" presName="connectorText" presStyleLbl="sibTrans2D1" presStyleIdx="4" presStyleCnt="5"/>
      <dgm:spPr/>
    </dgm:pt>
    <dgm:pt modelId="{4464BB62-251D-48CD-B137-DD8CBDA1EA4D}" type="pres">
      <dgm:prSet presAssocID="{7E1D7793-812C-49CC-88B8-BB2170336C86}" presName="node" presStyleLbl="node1" presStyleIdx="5" presStyleCnt="6" custScaleY="151938">
        <dgm:presLayoutVars>
          <dgm:bulletEnabled val="1"/>
        </dgm:presLayoutVars>
      </dgm:prSet>
      <dgm:spPr/>
    </dgm:pt>
  </dgm:ptLst>
  <dgm:cxnLst>
    <dgm:cxn modelId="{0FC3EA08-1F9E-464B-BCC5-11E38355038A}" type="presOf" srcId="{B58D2776-0860-4349-9495-37C3B72D92E6}" destId="{D51DB70E-3A2B-4E6E-9735-61602E0DF8C3}" srcOrd="0" destOrd="0" presId="urn:microsoft.com/office/officeart/2005/8/layout/process1"/>
    <dgm:cxn modelId="{FB644A0A-0AFA-4994-BAC4-455FE13FF862}" type="presOf" srcId="{E04D7C93-7CE5-4D38-B669-DE5032EDE2D8}" destId="{E92E1163-D5AC-45A2-82BB-13B020313E76}" srcOrd="0" destOrd="0" presId="urn:microsoft.com/office/officeart/2005/8/layout/process1"/>
    <dgm:cxn modelId="{FFE35A11-0112-4EA1-A323-B0372390C5A8}" type="presOf" srcId="{41005B2C-04ED-4F4A-B892-361A5DE3FA01}" destId="{73FFA7CD-1F6F-44A2-A786-37B330E00885}" srcOrd="0" destOrd="0" presId="urn:microsoft.com/office/officeart/2005/8/layout/process1"/>
    <dgm:cxn modelId="{03158C22-63BE-4BD9-A595-2225679EFBAB}" type="presOf" srcId="{F488BD70-749B-40F9-BBEE-C94154AE4F2A}" destId="{C4784D79-AF16-4672-AE6B-9000EBD1C469}" srcOrd="1" destOrd="0" presId="urn:microsoft.com/office/officeart/2005/8/layout/process1"/>
    <dgm:cxn modelId="{B4671D26-743E-4AA8-82E1-68FFF5297E0D}" type="presOf" srcId="{8FACA208-8F43-480B-92EC-EE2036F54F0C}" destId="{6220D122-8F79-4046-AA9C-809BD5BD01C9}" srcOrd="0" destOrd="0" presId="urn:microsoft.com/office/officeart/2005/8/layout/process1"/>
    <dgm:cxn modelId="{99F1AD3A-8444-4430-9A4B-B5D13CFECA1B}" srcId="{E04D7C93-7CE5-4D38-B669-DE5032EDE2D8}" destId="{44552C9F-E0C5-4A35-AEFD-C2086514FD7E}" srcOrd="3" destOrd="0" parTransId="{69255FDF-1CDE-4945-AC65-E128026C5E84}" sibTransId="{455A5C4F-C1CF-4C6B-856A-243E176054B2}"/>
    <dgm:cxn modelId="{FFB87964-DAD3-402A-9FC4-484FF73BD4A6}" type="presOf" srcId="{B58D2776-0860-4349-9495-37C3B72D92E6}" destId="{036539A5-86E3-4DC2-A71D-451285904875}" srcOrd="1" destOrd="0" presId="urn:microsoft.com/office/officeart/2005/8/layout/process1"/>
    <dgm:cxn modelId="{53C8B945-2A2B-4FC2-A450-C255B1233E15}" type="presOf" srcId="{7E1D7793-812C-49CC-88B8-BB2170336C86}" destId="{4464BB62-251D-48CD-B137-DD8CBDA1EA4D}" srcOrd="0" destOrd="0" presId="urn:microsoft.com/office/officeart/2005/8/layout/process1"/>
    <dgm:cxn modelId="{572F3174-17CD-40E2-943D-CB7E23821174}" type="presOf" srcId="{455A5C4F-C1CF-4C6B-856A-243E176054B2}" destId="{65216F04-0828-4EDA-AFF8-6AF6319F06B4}" srcOrd="1" destOrd="0" presId="urn:microsoft.com/office/officeart/2005/8/layout/process1"/>
    <dgm:cxn modelId="{8BF97874-0A7A-460E-B748-97F9AC22DB5A}" type="presOf" srcId="{92C72FA4-6815-4989-B696-82872087D9AF}" destId="{2E85A753-891E-4C53-A193-4C2492AE4E52}" srcOrd="0" destOrd="0" presId="urn:microsoft.com/office/officeart/2005/8/layout/process1"/>
    <dgm:cxn modelId="{22580856-501E-4449-86EB-AB00FCCF1FE6}" srcId="{E04D7C93-7CE5-4D38-B669-DE5032EDE2D8}" destId="{8FACA208-8F43-480B-92EC-EE2036F54F0C}" srcOrd="4" destOrd="0" parTransId="{82F6D38C-73C6-446F-B0CB-1C3BC76823EA}" sibTransId="{41005B2C-04ED-4F4A-B892-361A5DE3FA01}"/>
    <dgm:cxn modelId="{405A287B-CEE2-445A-87F3-1DA98875189A}" srcId="{E04D7C93-7CE5-4D38-B669-DE5032EDE2D8}" destId="{92C72FA4-6815-4989-B696-82872087D9AF}" srcOrd="1" destOrd="0" parTransId="{D35F9E8E-06B2-493B-9008-A0752613B779}" sibTransId="{12830EFF-E574-46F6-8638-44D2B17D5AD6}"/>
    <dgm:cxn modelId="{01747391-347A-4EDB-B350-EE967101F3EA}" srcId="{E04D7C93-7CE5-4D38-B669-DE5032EDE2D8}" destId="{7E1D7793-812C-49CC-88B8-BB2170336C86}" srcOrd="5" destOrd="0" parTransId="{6C85B88F-1F84-419C-B30F-2F1DF6FD9CB4}" sibTransId="{3DEEE130-A346-47B0-92E5-572CB8989800}"/>
    <dgm:cxn modelId="{CCE22298-DC27-4F21-8C4C-EECE6C5D6368}" srcId="{E04D7C93-7CE5-4D38-B669-DE5032EDE2D8}" destId="{33114BFA-A81E-4034-8CC1-89A6E5DA8B99}" srcOrd="0" destOrd="0" parTransId="{48A30A43-ED2A-47AD-88D4-ACE779FD16E3}" sibTransId="{F488BD70-749B-40F9-BBEE-C94154AE4F2A}"/>
    <dgm:cxn modelId="{D4A99E9A-92A9-4342-98EC-AD992550B3DE}" srcId="{E04D7C93-7CE5-4D38-B669-DE5032EDE2D8}" destId="{527F6C3D-640D-4CEF-B2FA-F8D1EC8B21B1}" srcOrd="2" destOrd="0" parTransId="{259C9B18-DF79-44C3-8172-F21C84BBA03E}" sibTransId="{B58D2776-0860-4349-9495-37C3B72D92E6}"/>
    <dgm:cxn modelId="{DB45F3A3-6636-4E94-9699-3FD0ACFE180A}" type="presOf" srcId="{41005B2C-04ED-4F4A-B892-361A5DE3FA01}" destId="{7B63F9D5-BAED-42D3-8B5A-29AA2DC30374}" srcOrd="1" destOrd="0" presId="urn:microsoft.com/office/officeart/2005/8/layout/process1"/>
    <dgm:cxn modelId="{93D726A6-38E3-4831-9477-8BC17129C33A}" type="presOf" srcId="{F488BD70-749B-40F9-BBEE-C94154AE4F2A}" destId="{6DB889A7-301F-44B4-A610-69BE1DBE86EF}" srcOrd="0" destOrd="0" presId="urn:microsoft.com/office/officeart/2005/8/layout/process1"/>
    <dgm:cxn modelId="{A059B9A9-D042-429C-84AC-65FC67EEE8CA}" type="presOf" srcId="{12830EFF-E574-46F6-8638-44D2B17D5AD6}" destId="{4CEC6AD6-0250-4370-A2A1-05225814DF70}" srcOrd="1" destOrd="0" presId="urn:microsoft.com/office/officeart/2005/8/layout/process1"/>
    <dgm:cxn modelId="{CA5360B3-4C26-4930-886E-B54693C68A5E}" type="presOf" srcId="{12830EFF-E574-46F6-8638-44D2B17D5AD6}" destId="{0FC8A6E7-1459-459D-ACFC-5B7F9AC9136C}" srcOrd="0" destOrd="0" presId="urn:microsoft.com/office/officeart/2005/8/layout/process1"/>
    <dgm:cxn modelId="{504C61D6-7C60-41FC-8861-CC1FB8CA4448}" type="presOf" srcId="{33114BFA-A81E-4034-8CC1-89A6E5DA8B99}" destId="{718B26E4-9C19-4DAA-B31C-813333B4FAD0}" srcOrd="0" destOrd="0" presId="urn:microsoft.com/office/officeart/2005/8/layout/process1"/>
    <dgm:cxn modelId="{E3329EDD-BA8C-436F-9905-D6F8D093BACB}" type="presOf" srcId="{44552C9F-E0C5-4A35-AEFD-C2086514FD7E}" destId="{458B089E-2DA3-42FC-8229-4C86E84AF800}" srcOrd="0" destOrd="0" presId="urn:microsoft.com/office/officeart/2005/8/layout/process1"/>
    <dgm:cxn modelId="{38C7BBDE-A28E-49C4-AF4D-7F72160767C9}" type="presOf" srcId="{455A5C4F-C1CF-4C6B-856A-243E176054B2}" destId="{10947180-BB61-4EC3-B284-A1517CDCB7D3}" srcOrd="0" destOrd="0" presId="urn:microsoft.com/office/officeart/2005/8/layout/process1"/>
    <dgm:cxn modelId="{06AAF9F6-06C0-4AFC-A014-9D02A1183258}" type="presOf" srcId="{527F6C3D-640D-4CEF-B2FA-F8D1EC8B21B1}" destId="{E673A25E-8ACD-439E-81A9-09B19F704464}" srcOrd="0" destOrd="0" presId="urn:microsoft.com/office/officeart/2005/8/layout/process1"/>
    <dgm:cxn modelId="{080B5AFA-02CF-4B92-AA54-9FA3BBADDBE0}" type="presParOf" srcId="{E92E1163-D5AC-45A2-82BB-13B020313E76}" destId="{718B26E4-9C19-4DAA-B31C-813333B4FAD0}" srcOrd="0" destOrd="0" presId="urn:microsoft.com/office/officeart/2005/8/layout/process1"/>
    <dgm:cxn modelId="{90A9F216-AE6D-4675-B596-27FD1818CE56}" type="presParOf" srcId="{E92E1163-D5AC-45A2-82BB-13B020313E76}" destId="{6DB889A7-301F-44B4-A610-69BE1DBE86EF}" srcOrd="1" destOrd="0" presId="urn:microsoft.com/office/officeart/2005/8/layout/process1"/>
    <dgm:cxn modelId="{A7598F7D-8134-49D8-A58E-46F1081BE6BE}" type="presParOf" srcId="{6DB889A7-301F-44B4-A610-69BE1DBE86EF}" destId="{C4784D79-AF16-4672-AE6B-9000EBD1C469}" srcOrd="0" destOrd="0" presId="urn:microsoft.com/office/officeart/2005/8/layout/process1"/>
    <dgm:cxn modelId="{6C003A01-A9DF-473D-AB0A-4257CF1BBDDD}" type="presParOf" srcId="{E92E1163-D5AC-45A2-82BB-13B020313E76}" destId="{2E85A753-891E-4C53-A193-4C2492AE4E52}" srcOrd="2" destOrd="0" presId="urn:microsoft.com/office/officeart/2005/8/layout/process1"/>
    <dgm:cxn modelId="{9450FAC0-4596-462C-BCEF-1CA983335ADF}" type="presParOf" srcId="{E92E1163-D5AC-45A2-82BB-13B020313E76}" destId="{0FC8A6E7-1459-459D-ACFC-5B7F9AC9136C}" srcOrd="3" destOrd="0" presId="urn:microsoft.com/office/officeart/2005/8/layout/process1"/>
    <dgm:cxn modelId="{9FB6B67E-0660-4984-880C-3AC174C84AC5}" type="presParOf" srcId="{0FC8A6E7-1459-459D-ACFC-5B7F9AC9136C}" destId="{4CEC6AD6-0250-4370-A2A1-05225814DF70}" srcOrd="0" destOrd="0" presId="urn:microsoft.com/office/officeart/2005/8/layout/process1"/>
    <dgm:cxn modelId="{F2DBC0E2-A7AE-4810-A912-13133BB8DFC4}" type="presParOf" srcId="{E92E1163-D5AC-45A2-82BB-13B020313E76}" destId="{E673A25E-8ACD-439E-81A9-09B19F704464}" srcOrd="4" destOrd="0" presId="urn:microsoft.com/office/officeart/2005/8/layout/process1"/>
    <dgm:cxn modelId="{9091B561-3824-48C6-87B5-F525DBA778F5}" type="presParOf" srcId="{E92E1163-D5AC-45A2-82BB-13B020313E76}" destId="{D51DB70E-3A2B-4E6E-9735-61602E0DF8C3}" srcOrd="5" destOrd="0" presId="urn:microsoft.com/office/officeart/2005/8/layout/process1"/>
    <dgm:cxn modelId="{F5CB7375-9296-427E-AA22-15FA4C1E3202}" type="presParOf" srcId="{D51DB70E-3A2B-4E6E-9735-61602E0DF8C3}" destId="{036539A5-86E3-4DC2-A71D-451285904875}" srcOrd="0" destOrd="0" presId="urn:microsoft.com/office/officeart/2005/8/layout/process1"/>
    <dgm:cxn modelId="{1AC53C22-A400-4C7E-96CE-E5CCCED0C1AA}" type="presParOf" srcId="{E92E1163-D5AC-45A2-82BB-13B020313E76}" destId="{458B089E-2DA3-42FC-8229-4C86E84AF800}" srcOrd="6" destOrd="0" presId="urn:microsoft.com/office/officeart/2005/8/layout/process1"/>
    <dgm:cxn modelId="{93DB4B50-F3FD-43BD-85D3-CABB8E4C23AD}" type="presParOf" srcId="{E92E1163-D5AC-45A2-82BB-13B020313E76}" destId="{10947180-BB61-4EC3-B284-A1517CDCB7D3}" srcOrd="7" destOrd="0" presId="urn:microsoft.com/office/officeart/2005/8/layout/process1"/>
    <dgm:cxn modelId="{875DDB01-A7F1-4918-8D2F-9E4A1F7812D0}" type="presParOf" srcId="{10947180-BB61-4EC3-B284-A1517CDCB7D3}" destId="{65216F04-0828-4EDA-AFF8-6AF6319F06B4}" srcOrd="0" destOrd="0" presId="urn:microsoft.com/office/officeart/2005/8/layout/process1"/>
    <dgm:cxn modelId="{E211ABC2-FF3A-4075-8DE5-79E6A784FCCB}" type="presParOf" srcId="{E92E1163-D5AC-45A2-82BB-13B020313E76}" destId="{6220D122-8F79-4046-AA9C-809BD5BD01C9}" srcOrd="8" destOrd="0" presId="urn:microsoft.com/office/officeart/2005/8/layout/process1"/>
    <dgm:cxn modelId="{7C3D19E4-7A79-4F5D-A8AC-35278DB3AEFA}" type="presParOf" srcId="{E92E1163-D5AC-45A2-82BB-13B020313E76}" destId="{73FFA7CD-1F6F-44A2-A786-37B330E00885}" srcOrd="9" destOrd="0" presId="urn:microsoft.com/office/officeart/2005/8/layout/process1"/>
    <dgm:cxn modelId="{0AF4E7DC-3B8E-4C85-BDC4-88E9D1909666}" type="presParOf" srcId="{73FFA7CD-1F6F-44A2-A786-37B330E00885}" destId="{7B63F9D5-BAED-42D3-8B5A-29AA2DC30374}" srcOrd="0" destOrd="0" presId="urn:microsoft.com/office/officeart/2005/8/layout/process1"/>
    <dgm:cxn modelId="{665AA9E4-EC9E-454B-93C8-D0EB0A533FBE}" type="presParOf" srcId="{E92E1163-D5AC-45A2-82BB-13B020313E76}" destId="{4464BB62-251D-48CD-B137-DD8CBDA1EA4D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4D7C93-7CE5-4D38-B669-DE5032EDE2D8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2C72FA4-6815-4989-B696-82872087D9AF}">
      <dgm:prSet phldrT="[Text]"/>
      <dgm:spPr>
        <a:solidFill>
          <a:srgbClr val="FFC000"/>
        </a:solidFill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STFT</a:t>
          </a:r>
          <a:endParaRPr lang="en-US" dirty="0"/>
        </a:p>
      </dgm:t>
    </dgm:pt>
    <dgm:pt modelId="{D35F9E8E-06B2-493B-9008-A0752613B779}" type="parTrans" cxnId="{405A287B-CEE2-445A-87F3-1DA98875189A}">
      <dgm:prSet/>
      <dgm:spPr/>
      <dgm:t>
        <a:bodyPr/>
        <a:lstStyle/>
        <a:p>
          <a:endParaRPr lang="en-US"/>
        </a:p>
      </dgm:t>
    </dgm:pt>
    <dgm:pt modelId="{12830EFF-E574-46F6-8638-44D2B17D5AD6}" type="sibTrans" cxnId="{405A287B-CEE2-445A-87F3-1DA98875189A}">
      <dgm:prSet/>
      <dgm:spPr/>
      <dgm:t>
        <a:bodyPr/>
        <a:lstStyle/>
        <a:p>
          <a:endParaRPr lang="en-US"/>
        </a:p>
      </dgm:t>
    </dgm:pt>
    <dgm:pt modelId="{527F6C3D-640D-4CEF-B2FA-F8D1EC8B21B1}">
      <dgm:prSet phldrT="[Text]"/>
      <dgm:spPr>
        <a:solidFill>
          <a:srgbClr val="FFC000"/>
        </a:solidFill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Estimare zgomot din semnal</a:t>
          </a:r>
          <a:endParaRPr lang="en-US" dirty="0"/>
        </a:p>
      </dgm:t>
    </dgm:pt>
    <dgm:pt modelId="{259C9B18-DF79-44C3-8172-F21C84BBA03E}" type="parTrans" cxnId="{D4A99E9A-92A9-4342-98EC-AD992550B3DE}">
      <dgm:prSet/>
      <dgm:spPr/>
      <dgm:t>
        <a:bodyPr/>
        <a:lstStyle/>
        <a:p>
          <a:endParaRPr lang="en-US"/>
        </a:p>
      </dgm:t>
    </dgm:pt>
    <dgm:pt modelId="{B58D2776-0860-4349-9495-37C3B72D92E6}" type="sibTrans" cxnId="{D4A99E9A-92A9-4342-98EC-AD992550B3DE}">
      <dgm:prSet/>
      <dgm:spPr/>
      <dgm:t>
        <a:bodyPr/>
        <a:lstStyle/>
        <a:p>
          <a:endParaRPr lang="en-US"/>
        </a:p>
      </dgm:t>
    </dgm:pt>
    <dgm:pt modelId="{44552C9F-E0C5-4A35-AEFD-C2086514FD7E}">
      <dgm:prSet/>
      <dgm:spPr>
        <a:solidFill>
          <a:srgbClr val="FFC000"/>
        </a:solidFill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Calcul mască atenuare </a:t>
          </a:r>
          <a:endParaRPr lang="en-US" dirty="0"/>
        </a:p>
      </dgm:t>
    </dgm:pt>
    <dgm:pt modelId="{69255FDF-1CDE-4945-AC65-E128026C5E84}" type="parTrans" cxnId="{99F1AD3A-8444-4430-9A4B-B5D13CFECA1B}">
      <dgm:prSet/>
      <dgm:spPr/>
      <dgm:t>
        <a:bodyPr/>
        <a:lstStyle/>
        <a:p>
          <a:endParaRPr lang="en-US"/>
        </a:p>
      </dgm:t>
    </dgm:pt>
    <dgm:pt modelId="{455A5C4F-C1CF-4C6B-856A-243E176054B2}" type="sibTrans" cxnId="{99F1AD3A-8444-4430-9A4B-B5D13CFECA1B}">
      <dgm:prSet/>
      <dgm:spPr/>
      <dgm:t>
        <a:bodyPr/>
        <a:lstStyle/>
        <a:p>
          <a:endParaRPr lang="en-US"/>
        </a:p>
      </dgm:t>
    </dgm:pt>
    <dgm:pt modelId="{8FACA208-8F43-480B-92EC-EE2036F54F0C}">
      <dgm:prSet/>
      <dgm:spPr>
        <a:solidFill>
          <a:srgbClr val="FFC000"/>
        </a:solidFill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Aplicare mască asupra spectrului</a:t>
          </a:r>
          <a:endParaRPr lang="en-US" dirty="0"/>
        </a:p>
      </dgm:t>
    </dgm:pt>
    <dgm:pt modelId="{82F6D38C-73C6-446F-B0CB-1C3BC76823EA}" type="parTrans" cxnId="{22580856-501E-4449-86EB-AB00FCCF1FE6}">
      <dgm:prSet/>
      <dgm:spPr/>
      <dgm:t>
        <a:bodyPr/>
        <a:lstStyle/>
        <a:p>
          <a:endParaRPr lang="en-US"/>
        </a:p>
      </dgm:t>
    </dgm:pt>
    <dgm:pt modelId="{41005B2C-04ED-4F4A-B892-361A5DE3FA01}" type="sibTrans" cxnId="{22580856-501E-4449-86EB-AB00FCCF1FE6}">
      <dgm:prSet/>
      <dgm:spPr/>
      <dgm:t>
        <a:bodyPr/>
        <a:lstStyle/>
        <a:p>
          <a:endParaRPr lang="en-US"/>
        </a:p>
      </dgm:t>
    </dgm:pt>
    <dgm:pt modelId="{7E1D7793-812C-49CC-88B8-BB2170336C86}">
      <dgm:prSet/>
      <dgm:spPr>
        <a:solidFill>
          <a:srgbClr val="FFC000"/>
        </a:solidFill>
        <a:ln>
          <a:solidFill>
            <a:srgbClr val="0070C0"/>
          </a:solidFill>
        </a:ln>
      </dgm:spPr>
      <dgm:t>
        <a:bodyPr/>
        <a:lstStyle/>
        <a:p>
          <a:r>
            <a:rPr lang="ro-RO" dirty="0"/>
            <a:t>ISTFT</a:t>
          </a:r>
          <a:endParaRPr lang="en-US" dirty="0"/>
        </a:p>
      </dgm:t>
    </dgm:pt>
    <dgm:pt modelId="{6C85B88F-1F84-419C-B30F-2F1DF6FD9CB4}" type="parTrans" cxnId="{01747391-347A-4EDB-B350-EE967101F3EA}">
      <dgm:prSet/>
      <dgm:spPr/>
      <dgm:t>
        <a:bodyPr/>
        <a:lstStyle/>
        <a:p>
          <a:endParaRPr lang="en-US"/>
        </a:p>
      </dgm:t>
    </dgm:pt>
    <dgm:pt modelId="{3DEEE130-A346-47B0-92E5-572CB8989800}" type="sibTrans" cxnId="{01747391-347A-4EDB-B350-EE967101F3EA}">
      <dgm:prSet/>
      <dgm:spPr/>
      <dgm:t>
        <a:bodyPr/>
        <a:lstStyle/>
        <a:p>
          <a:endParaRPr lang="en-US"/>
        </a:p>
      </dgm:t>
    </dgm:pt>
    <dgm:pt modelId="{E92E1163-D5AC-45A2-82BB-13B020313E76}" type="pres">
      <dgm:prSet presAssocID="{E04D7C93-7CE5-4D38-B669-DE5032EDE2D8}" presName="Name0" presStyleCnt="0">
        <dgm:presLayoutVars>
          <dgm:dir/>
          <dgm:resizeHandles val="exact"/>
        </dgm:presLayoutVars>
      </dgm:prSet>
      <dgm:spPr/>
    </dgm:pt>
    <dgm:pt modelId="{2E85A753-891E-4C53-A193-4C2492AE4E52}" type="pres">
      <dgm:prSet presAssocID="{92C72FA4-6815-4989-B696-82872087D9AF}" presName="node" presStyleLbl="node1" presStyleIdx="0" presStyleCnt="5" custScaleY="140410">
        <dgm:presLayoutVars>
          <dgm:bulletEnabled val="1"/>
        </dgm:presLayoutVars>
      </dgm:prSet>
      <dgm:spPr/>
    </dgm:pt>
    <dgm:pt modelId="{0FC8A6E7-1459-459D-ACFC-5B7F9AC9136C}" type="pres">
      <dgm:prSet presAssocID="{12830EFF-E574-46F6-8638-44D2B17D5AD6}" presName="sibTrans" presStyleLbl="sibTrans2D1" presStyleIdx="0" presStyleCnt="4"/>
      <dgm:spPr/>
    </dgm:pt>
    <dgm:pt modelId="{4CEC6AD6-0250-4370-A2A1-05225814DF70}" type="pres">
      <dgm:prSet presAssocID="{12830EFF-E574-46F6-8638-44D2B17D5AD6}" presName="connectorText" presStyleLbl="sibTrans2D1" presStyleIdx="0" presStyleCnt="4"/>
      <dgm:spPr/>
    </dgm:pt>
    <dgm:pt modelId="{E673A25E-8ACD-439E-81A9-09B19F704464}" type="pres">
      <dgm:prSet presAssocID="{527F6C3D-640D-4CEF-B2FA-F8D1EC8B21B1}" presName="node" presStyleLbl="node1" presStyleIdx="1" presStyleCnt="5" custScaleY="146174">
        <dgm:presLayoutVars>
          <dgm:bulletEnabled val="1"/>
        </dgm:presLayoutVars>
      </dgm:prSet>
      <dgm:spPr/>
    </dgm:pt>
    <dgm:pt modelId="{D51DB70E-3A2B-4E6E-9735-61602E0DF8C3}" type="pres">
      <dgm:prSet presAssocID="{B58D2776-0860-4349-9495-37C3B72D92E6}" presName="sibTrans" presStyleLbl="sibTrans2D1" presStyleIdx="1" presStyleCnt="4"/>
      <dgm:spPr/>
    </dgm:pt>
    <dgm:pt modelId="{036539A5-86E3-4DC2-A71D-451285904875}" type="pres">
      <dgm:prSet presAssocID="{B58D2776-0860-4349-9495-37C3B72D92E6}" presName="connectorText" presStyleLbl="sibTrans2D1" presStyleIdx="1" presStyleCnt="4"/>
      <dgm:spPr/>
    </dgm:pt>
    <dgm:pt modelId="{458B089E-2DA3-42FC-8229-4C86E84AF800}" type="pres">
      <dgm:prSet presAssocID="{44552C9F-E0C5-4A35-AEFD-C2086514FD7E}" presName="node" presStyleLbl="node1" presStyleIdx="2" presStyleCnt="5" custScaleY="143292" custLinFactNeighborX="3000">
        <dgm:presLayoutVars>
          <dgm:bulletEnabled val="1"/>
        </dgm:presLayoutVars>
      </dgm:prSet>
      <dgm:spPr/>
    </dgm:pt>
    <dgm:pt modelId="{10947180-BB61-4EC3-B284-A1517CDCB7D3}" type="pres">
      <dgm:prSet presAssocID="{455A5C4F-C1CF-4C6B-856A-243E176054B2}" presName="sibTrans" presStyleLbl="sibTrans2D1" presStyleIdx="2" presStyleCnt="4"/>
      <dgm:spPr/>
    </dgm:pt>
    <dgm:pt modelId="{65216F04-0828-4EDA-AFF8-6AF6319F06B4}" type="pres">
      <dgm:prSet presAssocID="{455A5C4F-C1CF-4C6B-856A-243E176054B2}" presName="connectorText" presStyleLbl="sibTrans2D1" presStyleIdx="2" presStyleCnt="4"/>
      <dgm:spPr/>
    </dgm:pt>
    <dgm:pt modelId="{6220D122-8F79-4046-AA9C-809BD5BD01C9}" type="pres">
      <dgm:prSet presAssocID="{8FACA208-8F43-480B-92EC-EE2036F54F0C}" presName="node" presStyleLbl="node1" presStyleIdx="3" presStyleCnt="5" custScaleY="140410">
        <dgm:presLayoutVars>
          <dgm:bulletEnabled val="1"/>
        </dgm:presLayoutVars>
      </dgm:prSet>
      <dgm:spPr/>
    </dgm:pt>
    <dgm:pt modelId="{73FFA7CD-1F6F-44A2-A786-37B330E00885}" type="pres">
      <dgm:prSet presAssocID="{41005B2C-04ED-4F4A-B892-361A5DE3FA01}" presName="sibTrans" presStyleLbl="sibTrans2D1" presStyleIdx="3" presStyleCnt="4"/>
      <dgm:spPr/>
    </dgm:pt>
    <dgm:pt modelId="{7B63F9D5-BAED-42D3-8B5A-29AA2DC30374}" type="pres">
      <dgm:prSet presAssocID="{41005B2C-04ED-4F4A-B892-361A5DE3FA01}" presName="connectorText" presStyleLbl="sibTrans2D1" presStyleIdx="3" presStyleCnt="4"/>
      <dgm:spPr/>
    </dgm:pt>
    <dgm:pt modelId="{4464BB62-251D-48CD-B137-DD8CBDA1EA4D}" type="pres">
      <dgm:prSet presAssocID="{7E1D7793-812C-49CC-88B8-BB2170336C86}" presName="node" presStyleLbl="node1" presStyleIdx="4" presStyleCnt="5" custScaleY="151938">
        <dgm:presLayoutVars>
          <dgm:bulletEnabled val="1"/>
        </dgm:presLayoutVars>
      </dgm:prSet>
      <dgm:spPr/>
    </dgm:pt>
  </dgm:ptLst>
  <dgm:cxnLst>
    <dgm:cxn modelId="{0FC3EA08-1F9E-464B-BCC5-11E38355038A}" type="presOf" srcId="{B58D2776-0860-4349-9495-37C3B72D92E6}" destId="{D51DB70E-3A2B-4E6E-9735-61602E0DF8C3}" srcOrd="0" destOrd="0" presId="urn:microsoft.com/office/officeart/2005/8/layout/process1"/>
    <dgm:cxn modelId="{FB644A0A-0AFA-4994-BAC4-455FE13FF862}" type="presOf" srcId="{E04D7C93-7CE5-4D38-B669-DE5032EDE2D8}" destId="{E92E1163-D5AC-45A2-82BB-13B020313E76}" srcOrd="0" destOrd="0" presId="urn:microsoft.com/office/officeart/2005/8/layout/process1"/>
    <dgm:cxn modelId="{FFE35A11-0112-4EA1-A323-B0372390C5A8}" type="presOf" srcId="{41005B2C-04ED-4F4A-B892-361A5DE3FA01}" destId="{73FFA7CD-1F6F-44A2-A786-37B330E00885}" srcOrd="0" destOrd="0" presId="urn:microsoft.com/office/officeart/2005/8/layout/process1"/>
    <dgm:cxn modelId="{B4671D26-743E-4AA8-82E1-68FFF5297E0D}" type="presOf" srcId="{8FACA208-8F43-480B-92EC-EE2036F54F0C}" destId="{6220D122-8F79-4046-AA9C-809BD5BD01C9}" srcOrd="0" destOrd="0" presId="urn:microsoft.com/office/officeart/2005/8/layout/process1"/>
    <dgm:cxn modelId="{99F1AD3A-8444-4430-9A4B-B5D13CFECA1B}" srcId="{E04D7C93-7CE5-4D38-B669-DE5032EDE2D8}" destId="{44552C9F-E0C5-4A35-AEFD-C2086514FD7E}" srcOrd="2" destOrd="0" parTransId="{69255FDF-1CDE-4945-AC65-E128026C5E84}" sibTransId="{455A5C4F-C1CF-4C6B-856A-243E176054B2}"/>
    <dgm:cxn modelId="{FFB87964-DAD3-402A-9FC4-484FF73BD4A6}" type="presOf" srcId="{B58D2776-0860-4349-9495-37C3B72D92E6}" destId="{036539A5-86E3-4DC2-A71D-451285904875}" srcOrd="1" destOrd="0" presId="urn:microsoft.com/office/officeart/2005/8/layout/process1"/>
    <dgm:cxn modelId="{53C8B945-2A2B-4FC2-A450-C255B1233E15}" type="presOf" srcId="{7E1D7793-812C-49CC-88B8-BB2170336C86}" destId="{4464BB62-251D-48CD-B137-DD8CBDA1EA4D}" srcOrd="0" destOrd="0" presId="urn:microsoft.com/office/officeart/2005/8/layout/process1"/>
    <dgm:cxn modelId="{572F3174-17CD-40E2-943D-CB7E23821174}" type="presOf" srcId="{455A5C4F-C1CF-4C6B-856A-243E176054B2}" destId="{65216F04-0828-4EDA-AFF8-6AF6319F06B4}" srcOrd="1" destOrd="0" presId="urn:microsoft.com/office/officeart/2005/8/layout/process1"/>
    <dgm:cxn modelId="{8BF97874-0A7A-460E-B748-97F9AC22DB5A}" type="presOf" srcId="{92C72FA4-6815-4989-B696-82872087D9AF}" destId="{2E85A753-891E-4C53-A193-4C2492AE4E52}" srcOrd="0" destOrd="0" presId="urn:microsoft.com/office/officeart/2005/8/layout/process1"/>
    <dgm:cxn modelId="{22580856-501E-4449-86EB-AB00FCCF1FE6}" srcId="{E04D7C93-7CE5-4D38-B669-DE5032EDE2D8}" destId="{8FACA208-8F43-480B-92EC-EE2036F54F0C}" srcOrd="3" destOrd="0" parTransId="{82F6D38C-73C6-446F-B0CB-1C3BC76823EA}" sibTransId="{41005B2C-04ED-4F4A-B892-361A5DE3FA01}"/>
    <dgm:cxn modelId="{405A287B-CEE2-445A-87F3-1DA98875189A}" srcId="{E04D7C93-7CE5-4D38-B669-DE5032EDE2D8}" destId="{92C72FA4-6815-4989-B696-82872087D9AF}" srcOrd="0" destOrd="0" parTransId="{D35F9E8E-06B2-493B-9008-A0752613B779}" sibTransId="{12830EFF-E574-46F6-8638-44D2B17D5AD6}"/>
    <dgm:cxn modelId="{01747391-347A-4EDB-B350-EE967101F3EA}" srcId="{E04D7C93-7CE5-4D38-B669-DE5032EDE2D8}" destId="{7E1D7793-812C-49CC-88B8-BB2170336C86}" srcOrd="4" destOrd="0" parTransId="{6C85B88F-1F84-419C-B30F-2F1DF6FD9CB4}" sibTransId="{3DEEE130-A346-47B0-92E5-572CB8989800}"/>
    <dgm:cxn modelId="{D4A99E9A-92A9-4342-98EC-AD992550B3DE}" srcId="{E04D7C93-7CE5-4D38-B669-DE5032EDE2D8}" destId="{527F6C3D-640D-4CEF-B2FA-F8D1EC8B21B1}" srcOrd="1" destOrd="0" parTransId="{259C9B18-DF79-44C3-8172-F21C84BBA03E}" sibTransId="{B58D2776-0860-4349-9495-37C3B72D92E6}"/>
    <dgm:cxn modelId="{DB45F3A3-6636-4E94-9699-3FD0ACFE180A}" type="presOf" srcId="{41005B2C-04ED-4F4A-B892-361A5DE3FA01}" destId="{7B63F9D5-BAED-42D3-8B5A-29AA2DC30374}" srcOrd="1" destOrd="0" presId="urn:microsoft.com/office/officeart/2005/8/layout/process1"/>
    <dgm:cxn modelId="{A059B9A9-D042-429C-84AC-65FC67EEE8CA}" type="presOf" srcId="{12830EFF-E574-46F6-8638-44D2B17D5AD6}" destId="{4CEC6AD6-0250-4370-A2A1-05225814DF70}" srcOrd="1" destOrd="0" presId="urn:microsoft.com/office/officeart/2005/8/layout/process1"/>
    <dgm:cxn modelId="{CA5360B3-4C26-4930-886E-B54693C68A5E}" type="presOf" srcId="{12830EFF-E574-46F6-8638-44D2B17D5AD6}" destId="{0FC8A6E7-1459-459D-ACFC-5B7F9AC9136C}" srcOrd="0" destOrd="0" presId="urn:microsoft.com/office/officeart/2005/8/layout/process1"/>
    <dgm:cxn modelId="{E3329EDD-BA8C-436F-9905-D6F8D093BACB}" type="presOf" srcId="{44552C9F-E0C5-4A35-AEFD-C2086514FD7E}" destId="{458B089E-2DA3-42FC-8229-4C86E84AF800}" srcOrd="0" destOrd="0" presId="urn:microsoft.com/office/officeart/2005/8/layout/process1"/>
    <dgm:cxn modelId="{38C7BBDE-A28E-49C4-AF4D-7F72160767C9}" type="presOf" srcId="{455A5C4F-C1CF-4C6B-856A-243E176054B2}" destId="{10947180-BB61-4EC3-B284-A1517CDCB7D3}" srcOrd="0" destOrd="0" presId="urn:microsoft.com/office/officeart/2005/8/layout/process1"/>
    <dgm:cxn modelId="{06AAF9F6-06C0-4AFC-A014-9D02A1183258}" type="presOf" srcId="{527F6C3D-640D-4CEF-B2FA-F8D1EC8B21B1}" destId="{E673A25E-8ACD-439E-81A9-09B19F704464}" srcOrd="0" destOrd="0" presId="urn:microsoft.com/office/officeart/2005/8/layout/process1"/>
    <dgm:cxn modelId="{6C003A01-A9DF-473D-AB0A-4257CF1BBDDD}" type="presParOf" srcId="{E92E1163-D5AC-45A2-82BB-13B020313E76}" destId="{2E85A753-891E-4C53-A193-4C2492AE4E52}" srcOrd="0" destOrd="0" presId="urn:microsoft.com/office/officeart/2005/8/layout/process1"/>
    <dgm:cxn modelId="{9450FAC0-4596-462C-BCEF-1CA983335ADF}" type="presParOf" srcId="{E92E1163-D5AC-45A2-82BB-13B020313E76}" destId="{0FC8A6E7-1459-459D-ACFC-5B7F9AC9136C}" srcOrd="1" destOrd="0" presId="urn:microsoft.com/office/officeart/2005/8/layout/process1"/>
    <dgm:cxn modelId="{9FB6B67E-0660-4984-880C-3AC174C84AC5}" type="presParOf" srcId="{0FC8A6E7-1459-459D-ACFC-5B7F9AC9136C}" destId="{4CEC6AD6-0250-4370-A2A1-05225814DF70}" srcOrd="0" destOrd="0" presId="urn:microsoft.com/office/officeart/2005/8/layout/process1"/>
    <dgm:cxn modelId="{F2DBC0E2-A7AE-4810-A912-13133BB8DFC4}" type="presParOf" srcId="{E92E1163-D5AC-45A2-82BB-13B020313E76}" destId="{E673A25E-8ACD-439E-81A9-09B19F704464}" srcOrd="2" destOrd="0" presId="urn:microsoft.com/office/officeart/2005/8/layout/process1"/>
    <dgm:cxn modelId="{9091B561-3824-48C6-87B5-F525DBA778F5}" type="presParOf" srcId="{E92E1163-D5AC-45A2-82BB-13B020313E76}" destId="{D51DB70E-3A2B-4E6E-9735-61602E0DF8C3}" srcOrd="3" destOrd="0" presId="urn:microsoft.com/office/officeart/2005/8/layout/process1"/>
    <dgm:cxn modelId="{F5CB7375-9296-427E-AA22-15FA4C1E3202}" type="presParOf" srcId="{D51DB70E-3A2B-4E6E-9735-61602E0DF8C3}" destId="{036539A5-86E3-4DC2-A71D-451285904875}" srcOrd="0" destOrd="0" presId="urn:microsoft.com/office/officeart/2005/8/layout/process1"/>
    <dgm:cxn modelId="{1AC53C22-A400-4C7E-96CE-E5CCCED0C1AA}" type="presParOf" srcId="{E92E1163-D5AC-45A2-82BB-13B020313E76}" destId="{458B089E-2DA3-42FC-8229-4C86E84AF800}" srcOrd="4" destOrd="0" presId="urn:microsoft.com/office/officeart/2005/8/layout/process1"/>
    <dgm:cxn modelId="{93DB4B50-F3FD-43BD-85D3-CABB8E4C23AD}" type="presParOf" srcId="{E92E1163-D5AC-45A2-82BB-13B020313E76}" destId="{10947180-BB61-4EC3-B284-A1517CDCB7D3}" srcOrd="5" destOrd="0" presId="urn:microsoft.com/office/officeart/2005/8/layout/process1"/>
    <dgm:cxn modelId="{875DDB01-A7F1-4918-8D2F-9E4A1F7812D0}" type="presParOf" srcId="{10947180-BB61-4EC3-B284-A1517CDCB7D3}" destId="{65216F04-0828-4EDA-AFF8-6AF6319F06B4}" srcOrd="0" destOrd="0" presId="urn:microsoft.com/office/officeart/2005/8/layout/process1"/>
    <dgm:cxn modelId="{E211ABC2-FF3A-4075-8DE5-79E6A784FCCB}" type="presParOf" srcId="{E92E1163-D5AC-45A2-82BB-13B020313E76}" destId="{6220D122-8F79-4046-AA9C-809BD5BD01C9}" srcOrd="6" destOrd="0" presId="urn:microsoft.com/office/officeart/2005/8/layout/process1"/>
    <dgm:cxn modelId="{7C3D19E4-7A79-4F5D-A8AC-35278DB3AEFA}" type="presParOf" srcId="{E92E1163-D5AC-45A2-82BB-13B020313E76}" destId="{73FFA7CD-1F6F-44A2-A786-37B330E00885}" srcOrd="7" destOrd="0" presId="urn:microsoft.com/office/officeart/2005/8/layout/process1"/>
    <dgm:cxn modelId="{0AF4E7DC-3B8E-4C85-BDC4-88E9D1909666}" type="presParOf" srcId="{73FFA7CD-1F6F-44A2-A786-37B330E00885}" destId="{7B63F9D5-BAED-42D3-8B5A-29AA2DC30374}" srcOrd="0" destOrd="0" presId="urn:microsoft.com/office/officeart/2005/8/layout/process1"/>
    <dgm:cxn modelId="{665AA9E4-EC9E-454B-93C8-D0EB0A533FBE}" type="presParOf" srcId="{E92E1163-D5AC-45A2-82BB-13B020313E76}" destId="{4464BB62-251D-48CD-B137-DD8CBDA1EA4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CC427D-640C-434C-B389-5D579F6594E6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E152C47-E209-435A-8297-CFAC82501792}">
      <dgm:prSet phldrT="[Text]"/>
      <dgm:spPr/>
      <dgm:t>
        <a:bodyPr/>
        <a:lstStyle/>
        <a:p>
          <a:r>
            <a:rPr lang="ro-RO" dirty="0"/>
            <a:t>Wav2Vec2Processor</a:t>
          </a:r>
          <a:endParaRPr lang="en-US" dirty="0"/>
        </a:p>
      </dgm:t>
    </dgm:pt>
    <dgm:pt modelId="{B1C4B66B-943E-4E47-9310-595CC0F441AB}" type="parTrans" cxnId="{A6346B0F-BE03-4663-AEB2-924B98E57251}">
      <dgm:prSet/>
      <dgm:spPr/>
      <dgm:t>
        <a:bodyPr/>
        <a:lstStyle/>
        <a:p>
          <a:endParaRPr lang="en-US"/>
        </a:p>
      </dgm:t>
    </dgm:pt>
    <dgm:pt modelId="{AD0CB993-8757-457A-9591-B9CCE867A415}" type="sibTrans" cxnId="{A6346B0F-BE03-4663-AEB2-924B98E57251}">
      <dgm:prSet/>
      <dgm:spPr/>
      <dgm:t>
        <a:bodyPr/>
        <a:lstStyle/>
        <a:p>
          <a:endParaRPr lang="en-US"/>
        </a:p>
      </dgm:t>
    </dgm:pt>
    <dgm:pt modelId="{8A75198F-A171-4C01-B32C-B3046DEDF495}">
      <dgm:prSet phldrT="[Text]"/>
      <dgm:spPr/>
      <dgm:t>
        <a:bodyPr/>
        <a:lstStyle/>
        <a:p>
          <a:r>
            <a:rPr lang="ro-RO" dirty="0"/>
            <a:t>Wav2Vec2ForCTC</a:t>
          </a:r>
          <a:endParaRPr lang="en-US" dirty="0"/>
        </a:p>
      </dgm:t>
    </dgm:pt>
    <dgm:pt modelId="{D74AAE04-B1EE-4058-BD03-7251EE9807A6}" type="parTrans" cxnId="{08DB19DB-7E68-45EB-B9A1-C105A8A420CD}">
      <dgm:prSet/>
      <dgm:spPr/>
      <dgm:t>
        <a:bodyPr/>
        <a:lstStyle/>
        <a:p>
          <a:endParaRPr lang="en-US"/>
        </a:p>
      </dgm:t>
    </dgm:pt>
    <dgm:pt modelId="{00199BBC-9EBB-41AA-87B5-F09631DD94FD}" type="sibTrans" cxnId="{08DB19DB-7E68-45EB-B9A1-C105A8A420CD}">
      <dgm:prSet/>
      <dgm:spPr/>
      <dgm:t>
        <a:bodyPr/>
        <a:lstStyle/>
        <a:p>
          <a:endParaRPr lang="en-US"/>
        </a:p>
      </dgm:t>
    </dgm:pt>
    <dgm:pt modelId="{5ACDB5A4-EE25-4D73-9971-8B9532868DA5}">
      <dgm:prSet/>
      <dgm:spPr/>
      <dgm:t>
        <a:bodyPr/>
        <a:lstStyle/>
        <a:p>
          <a:r>
            <a:rPr lang="ro-RO" dirty="0"/>
            <a:t>Decodare CTC</a:t>
          </a:r>
          <a:endParaRPr lang="en-US" dirty="0"/>
        </a:p>
      </dgm:t>
    </dgm:pt>
    <dgm:pt modelId="{11796BEA-C101-44F9-9C57-F6ACAD31E172}" type="parTrans" cxnId="{7B64240E-B0CA-4751-816B-6B1E4F174FD1}">
      <dgm:prSet/>
      <dgm:spPr/>
      <dgm:t>
        <a:bodyPr/>
        <a:lstStyle/>
        <a:p>
          <a:endParaRPr lang="en-US"/>
        </a:p>
      </dgm:t>
    </dgm:pt>
    <dgm:pt modelId="{B3C65979-462B-472C-A0D5-98E01CF61676}" type="sibTrans" cxnId="{7B64240E-B0CA-4751-816B-6B1E4F174FD1}">
      <dgm:prSet/>
      <dgm:spPr/>
      <dgm:t>
        <a:bodyPr/>
        <a:lstStyle/>
        <a:p>
          <a:endParaRPr lang="en-US"/>
        </a:p>
      </dgm:t>
    </dgm:pt>
    <dgm:pt modelId="{C9AC37AC-328C-4E32-B461-5989F733C43E}" type="pres">
      <dgm:prSet presAssocID="{BCCC427D-640C-434C-B389-5D579F6594E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6DF11F-36B3-40EB-A37D-E283FAF0B023}" type="pres">
      <dgm:prSet presAssocID="{0E152C47-E209-435A-8297-CFAC82501792}" presName="hierRoot1" presStyleCnt="0"/>
      <dgm:spPr/>
    </dgm:pt>
    <dgm:pt modelId="{F650CC13-E53D-4948-A96F-FB26CD955FEF}" type="pres">
      <dgm:prSet presAssocID="{0E152C47-E209-435A-8297-CFAC82501792}" presName="composite" presStyleCnt="0"/>
      <dgm:spPr/>
    </dgm:pt>
    <dgm:pt modelId="{8B73AFF6-90F6-4D4C-9A22-CF4E3BCA577C}" type="pres">
      <dgm:prSet presAssocID="{0E152C47-E209-435A-8297-CFAC82501792}" presName="background" presStyleLbl="node0" presStyleIdx="0" presStyleCnt="3"/>
      <dgm:spPr/>
    </dgm:pt>
    <dgm:pt modelId="{4627B0F0-8DF0-47E3-A76C-A99B039F04A9}" type="pres">
      <dgm:prSet presAssocID="{0E152C47-E209-435A-8297-CFAC82501792}" presName="text" presStyleLbl="fgAcc0" presStyleIdx="0" presStyleCnt="3">
        <dgm:presLayoutVars>
          <dgm:chPref val="3"/>
        </dgm:presLayoutVars>
      </dgm:prSet>
      <dgm:spPr/>
    </dgm:pt>
    <dgm:pt modelId="{C631B87D-B0EE-4206-81B2-A8EC7763C5BC}" type="pres">
      <dgm:prSet presAssocID="{0E152C47-E209-435A-8297-CFAC82501792}" presName="hierChild2" presStyleCnt="0"/>
      <dgm:spPr/>
    </dgm:pt>
    <dgm:pt modelId="{F0EB8A80-A788-445F-B57F-0B26F3308ED2}" type="pres">
      <dgm:prSet presAssocID="{8A75198F-A171-4C01-B32C-B3046DEDF495}" presName="hierRoot1" presStyleCnt="0"/>
      <dgm:spPr/>
    </dgm:pt>
    <dgm:pt modelId="{E81BE0B4-C631-4612-AFC3-D443568551DE}" type="pres">
      <dgm:prSet presAssocID="{8A75198F-A171-4C01-B32C-B3046DEDF495}" presName="composite" presStyleCnt="0"/>
      <dgm:spPr/>
    </dgm:pt>
    <dgm:pt modelId="{8A72A10E-A1B7-4D36-9559-9A62C9022F47}" type="pres">
      <dgm:prSet presAssocID="{8A75198F-A171-4C01-B32C-B3046DEDF495}" presName="background" presStyleLbl="node0" presStyleIdx="1" presStyleCnt="3"/>
      <dgm:spPr/>
    </dgm:pt>
    <dgm:pt modelId="{887284C9-7BE0-4714-AA20-C21A0EE373E1}" type="pres">
      <dgm:prSet presAssocID="{8A75198F-A171-4C01-B32C-B3046DEDF495}" presName="text" presStyleLbl="fgAcc0" presStyleIdx="1" presStyleCnt="3">
        <dgm:presLayoutVars>
          <dgm:chPref val="3"/>
        </dgm:presLayoutVars>
      </dgm:prSet>
      <dgm:spPr/>
    </dgm:pt>
    <dgm:pt modelId="{2F36A3A7-5241-498F-87BA-71F99D911AF1}" type="pres">
      <dgm:prSet presAssocID="{8A75198F-A171-4C01-B32C-B3046DEDF495}" presName="hierChild2" presStyleCnt="0"/>
      <dgm:spPr/>
    </dgm:pt>
    <dgm:pt modelId="{60A015D4-E21A-4473-AF36-EAB2D1B35FA3}" type="pres">
      <dgm:prSet presAssocID="{5ACDB5A4-EE25-4D73-9971-8B9532868DA5}" presName="hierRoot1" presStyleCnt="0"/>
      <dgm:spPr/>
    </dgm:pt>
    <dgm:pt modelId="{9C6E197B-CEB5-4E4B-97F3-4CA00DEA55D7}" type="pres">
      <dgm:prSet presAssocID="{5ACDB5A4-EE25-4D73-9971-8B9532868DA5}" presName="composite" presStyleCnt="0"/>
      <dgm:spPr/>
    </dgm:pt>
    <dgm:pt modelId="{82BA8300-938B-4ADD-8C55-2C29DC1A5EA2}" type="pres">
      <dgm:prSet presAssocID="{5ACDB5A4-EE25-4D73-9971-8B9532868DA5}" presName="background" presStyleLbl="node0" presStyleIdx="2" presStyleCnt="3"/>
      <dgm:spPr/>
    </dgm:pt>
    <dgm:pt modelId="{4529CC03-6365-44BE-858A-C3D8BBD25DF2}" type="pres">
      <dgm:prSet presAssocID="{5ACDB5A4-EE25-4D73-9971-8B9532868DA5}" presName="text" presStyleLbl="fgAcc0" presStyleIdx="2" presStyleCnt="3">
        <dgm:presLayoutVars>
          <dgm:chPref val="3"/>
        </dgm:presLayoutVars>
      </dgm:prSet>
      <dgm:spPr/>
    </dgm:pt>
    <dgm:pt modelId="{C80547B9-7F9C-4856-B8D5-9EADC401B662}" type="pres">
      <dgm:prSet presAssocID="{5ACDB5A4-EE25-4D73-9971-8B9532868DA5}" presName="hierChild2" presStyleCnt="0"/>
      <dgm:spPr/>
    </dgm:pt>
  </dgm:ptLst>
  <dgm:cxnLst>
    <dgm:cxn modelId="{7B64240E-B0CA-4751-816B-6B1E4F174FD1}" srcId="{BCCC427D-640C-434C-B389-5D579F6594E6}" destId="{5ACDB5A4-EE25-4D73-9971-8B9532868DA5}" srcOrd="2" destOrd="0" parTransId="{11796BEA-C101-44F9-9C57-F6ACAD31E172}" sibTransId="{B3C65979-462B-472C-A0D5-98E01CF61676}"/>
    <dgm:cxn modelId="{A6346B0F-BE03-4663-AEB2-924B98E57251}" srcId="{BCCC427D-640C-434C-B389-5D579F6594E6}" destId="{0E152C47-E209-435A-8297-CFAC82501792}" srcOrd="0" destOrd="0" parTransId="{B1C4B66B-943E-4E47-9310-595CC0F441AB}" sibTransId="{AD0CB993-8757-457A-9591-B9CCE867A415}"/>
    <dgm:cxn modelId="{7A13B814-F462-43AD-A062-C0BBE69D2187}" type="presOf" srcId="{5ACDB5A4-EE25-4D73-9971-8B9532868DA5}" destId="{4529CC03-6365-44BE-858A-C3D8BBD25DF2}" srcOrd="0" destOrd="0" presId="urn:microsoft.com/office/officeart/2005/8/layout/hierarchy1"/>
    <dgm:cxn modelId="{831E7715-B89F-4AFF-AC73-17CFFAF6A899}" type="presOf" srcId="{8A75198F-A171-4C01-B32C-B3046DEDF495}" destId="{887284C9-7BE0-4714-AA20-C21A0EE373E1}" srcOrd="0" destOrd="0" presId="urn:microsoft.com/office/officeart/2005/8/layout/hierarchy1"/>
    <dgm:cxn modelId="{511C537F-5EE3-4FEA-B3C2-FEC0F17CCE4F}" type="presOf" srcId="{0E152C47-E209-435A-8297-CFAC82501792}" destId="{4627B0F0-8DF0-47E3-A76C-A99B039F04A9}" srcOrd="0" destOrd="0" presId="urn:microsoft.com/office/officeart/2005/8/layout/hierarchy1"/>
    <dgm:cxn modelId="{28322EAF-B429-4861-A223-6F63419902D0}" type="presOf" srcId="{BCCC427D-640C-434C-B389-5D579F6594E6}" destId="{C9AC37AC-328C-4E32-B461-5989F733C43E}" srcOrd="0" destOrd="0" presId="urn:microsoft.com/office/officeart/2005/8/layout/hierarchy1"/>
    <dgm:cxn modelId="{08DB19DB-7E68-45EB-B9A1-C105A8A420CD}" srcId="{BCCC427D-640C-434C-B389-5D579F6594E6}" destId="{8A75198F-A171-4C01-B32C-B3046DEDF495}" srcOrd="1" destOrd="0" parTransId="{D74AAE04-B1EE-4058-BD03-7251EE9807A6}" sibTransId="{00199BBC-9EBB-41AA-87B5-F09631DD94FD}"/>
    <dgm:cxn modelId="{C41878C6-A95A-4F15-AF78-12FCA2FBFA47}" type="presParOf" srcId="{C9AC37AC-328C-4E32-B461-5989F733C43E}" destId="{A96DF11F-36B3-40EB-A37D-E283FAF0B023}" srcOrd="0" destOrd="0" presId="urn:microsoft.com/office/officeart/2005/8/layout/hierarchy1"/>
    <dgm:cxn modelId="{1C83AC81-D36D-404D-8819-28FEDD510B43}" type="presParOf" srcId="{A96DF11F-36B3-40EB-A37D-E283FAF0B023}" destId="{F650CC13-E53D-4948-A96F-FB26CD955FEF}" srcOrd="0" destOrd="0" presId="urn:microsoft.com/office/officeart/2005/8/layout/hierarchy1"/>
    <dgm:cxn modelId="{A2D3AF06-2D5F-4E9C-8C25-D31689109D9F}" type="presParOf" srcId="{F650CC13-E53D-4948-A96F-FB26CD955FEF}" destId="{8B73AFF6-90F6-4D4C-9A22-CF4E3BCA577C}" srcOrd="0" destOrd="0" presId="urn:microsoft.com/office/officeart/2005/8/layout/hierarchy1"/>
    <dgm:cxn modelId="{6A2D29B5-AB81-4502-A765-746DF3251A8F}" type="presParOf" srcId="{F650CC13-E53D-4948-A96F-FB26CD955FEF}" destId="{4627B0F0-8DF0-47E3-A76C-A99B039F04A9}" srcOrd="1" destOrd="0" presId="urn:microsoft.com/office/officeart/2005/8/layout/hierarchy1"/>
    <dgm:cxn modelId="{D906284E-4A14-4422-8E92-BFB77E8E1602}" type="presParOf" srcId="{A96DF11F-36B3-40EB-A37D-E283FAF0B023}" destId="{C631B87D-B0EE-4206-81B2-A8EC7763C5BC}" srcOrd="1" destOrd="0" presId="urn:microsoft.com/office/officeart/2005/8/layout/hierarchy1"/>
    <dgm:cxn modelId="{F4D0A25D-124E-4790-9C46-2C303B7C938C}" type="presParOf" srcId="{C9AC37AC-328C-4E32-B461-5989F733C43E}" destId="{F0EB8A80-A788-445F-B57F-0B26F3308ED2}" srcOrd="1" destOrd="0" presId="urn:microsoft.com/office/officeart/2005/8/layout/hierarchy1"/>
    <dgm:cxn modelId="{253F9B51-1D9B-448B-B75A-DE27AE81E9E3}" type="presParOf" srcId="{F0EB8A80-A788-445F-B57F-0B26F3308ED2}" destId="{E81BE0B4-C631-4612-AFC3-D443568551DE}" srcOrd="0" destOrd="0" presId="urn:microsoft.com/office/officeart/2005/8/layout/hierarchy1"/>
    <dgm:cxn modelId="{99E5743F-85A2-407E-BC82-11C46B607CE2}" type="presParOf" srcId="{E81BE0B4-C631-4612-AFC3-D443568551DE}" destId="{8A72A10E-A1B7-4D36-9559-9A62C9022F47}" srcOrd="0" destOrd="0" presId="urn:microsoft.com/office/officeart/2005/8/layout/hierarchy1"/>
    <dgm:cxn modelId="{4ED0E92E-621D-4ED9-A95A-1488F0A31842}" type="presParOf" srcId="{E81BE0B4-C631-4612-AFC3-D443568551DE}" destId="{887284C9-7BE0-4714-AA20-C21A0EE373E1}" srcOrd="1" destOrd="0" presId="urn:microsoft.com/office/officeart/2005/8/layout/hierarchy1"/>
    <dgm:cxn modelId="{77F5F1C0-EF37-4996-9F0A-443909CDE39D}" type="presParOf" srcId="{F0EB8A80-A788-445F-B57F-0B26F3308ED2}" destId="{2F36A3A7-5241-498F-87BA-71F99D911AF1}" srcOrd="1" destOrd="0" presId="urn:microsoft.com/office/officeart/2005/8/layout/hierarchy1"/>
    <dgm:cxn modelId="{C83E095E-36E3-42BA-AFC9-0374CFCA40DE}" type="presParOf" srcId="{C9AC37AC-328C-4E32-B461-5989F733C43E}" destId="{60A015D4-E21A-4473-AF36-EAB2D1B35FA3}" srcOrd="2" destOrd="0" presId="urn:microsoft.com/office/officeart/2005/8/layout/hierarchy1"/>
    <dgm:cxn modelId="{C63E038E-D6FF-472F-BFD4-3F3571B35112}" type="presParOf" srcId="{60A015D4-E21A-4473-AF36-EAB2D1B35FA3}" destId="{9C6E197B-CEB5-4E4B-97F3-4CA00DEA55D7}" srcOrd="0" destOrd="0" presId="urn:microsoft.com/office/officeart/2005/8/layout/hierarchy1"/>
    <dgm:cxn modelId="{968871AA-AB37-43DE-B60E-7D871CA5A041}" type="presParOf" srcId="{9C6E197B-CEB5-4E4B-97F3-4CA00DEA55D7}" destId="{82BA8300-938B-4ADD-8C55-2C29DC1A5EA2}" srcOrd="0" destOrd="0" presId="urn:microsoft.com/office/officeart/2005/8/layout/hierarchy1"/>
    <dgm:cxn modelId="{522534A3-76CA-4302-BFF5-5B07D92EF88E}" type="presParOf" srcId="{9C6E197B-CEB5-4E4B-97F3-4CA00DEA55D7}" destId="{4529CC03-6365-44BE-858A-C3D8BBD25DF2}" srcOrd="1" destOrd="0" presId="urn:microsoft.com/office/officeart/2005/8/layout/hierarchy1"/>
    <dgm:cxn modelId="{78B9372D-5CCD-4ECD-8039-AE8207D167EC}" type="presParOf" srcId="{60A015D4-E21A-4473-AF36-EAB2D1B35FA3}" destId="{C80547B9-7F9C-4856-B8D5-9EADC401B66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ADF05-F126-430B-92FC-01F71EB01802}">
      <dsp:nvSpPr>
        <dsp:cNvPr id="0" name=""/>
        <dsp:cNvSpPr/>
      </dsp:nvSpPr>
      <dsp:spPr>
        <a:xfrm>
          <a:off x="879328" y="66"/>
          <a:ext cx="1582563" cy="9495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Set de date</a:t>
          </a:r>
          <a:endParaRPr lang="en-US" sz="1800" kern="1200" dirty="0"/>
        </a:p>
      </dsp:txBody>
      <dsp:txXfrm>
        <a:off x="907139" y="27877"/>
        <a:ext cx="1526941" cy="893916"/>
      </dsp:txXfrm>
    </dsp:sp>
    <dsp:sp modelId="{CA4BB417-F25C-48F9-9F5C-1C6898606DE0}">
      <dsp:nvSpPr>
        <dsp:cNvPr id="0" name=""/>
        <dsp:cNvSpPr/>
      </dsp:nvSpPr>
      <dsp:spPr>
        <a:xfrm>
          <a:off x="2601158" y="278598"/>
          <a:ext cx="335503" cy="3924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601158" y="357093"/>
        <a:ext cx="234852" cy="235485"/>
      </dsp:txXfrm>
    </dsp:sp>
    <dsp:sp modelId="{CDF2FAB6-C1F3-4D13-85A5-E9422BF70B71}">
      <dsp:nvSpPr>
        <dsp:cNvPr id="0" name=""/>
        <dsp:cNvSpPr/>
      </dsp:nvSpPr>
      <dsp:spPr>
        <a:xfrm>
          <a:off x="3094918" y="66"/>
          <a:ext cx="1582563" cy="9495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Conversie mono</a:t>
          </a:r>
          <a:endParaRPr lang="en-US" sz="1800" kern="1200" dirty="0"/>
        </a:p>
      </dsp:txBody>
      <dsp:txXfrm>
        <a:off x="3122729" y="27877"/>
        <a:ext cx="1526941" cy="893916"/>
      </dsp:txXfrm>
    </dsp:sp>
    <dsp:sp modelId="{A70DF8C4-8D71-4A4A-8127-9194029CB2F7}">
      <dsp:nvSpPr>
        <dsp:cNvPr id="0" name=""/>
        <dsp:cNvSpPr/>
      </dsp:nvSpPr>
      <dsp:spPr>
        <a:xfrm>
          <a:off x="4816747" y="278598"/>
          <a:ext cx="335503" cy="3924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816747" y="357093"/>
        <a:ext cx="234852" cy="235485"/>
      </dsp:txXfrm>
    </dsp:sp>
    <dsp:sp modelId="{7C0C35F3-DA26-4C5F-B789-2D76E2B84E0C}">
      <dsp:nvSpPr>
        <dsp:cNvPr id="0" name=""/>
        <dsp:cNvSpPr/>
      </dsp:nvSpPr>
      <dsp:spPr>
        <a:xfrm>
          <a:off x="5310507" y="66"/>
          <a:ext cx="1582563" cy="9495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Filtrare</a:t>
          </a:r>
          <a:endParaRPr lang="en-US" sz="1800" kern="1200" dirty="0"/>
        </a:p>
      </dsp:txBody>
      <dsp:txXfrm>
        <a:off x="5338318" y="27877"/>
        <a:ext cx="1526941" cy="893916"/>
      </dsp:txXfrm>
    </dsp:sp>
    <dsp:sp modelId="{BF9F0D7B-A93C-44DA-9617-2281F893B032}">
      <dsp:nvSpPr>
        <dsp:cNvPr id="0" name=""/>
        <dsp:cNvSpPr/>
      </dsp:nvSpPr>
      <dsp:spPr>
        <a:xfrm rot="5400000">
          <a:off x="5934037" y="1060384"/>
          <a:ext cx="335503" cy="3924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5984047" y="1088870"/>
        <a:ext cx="235485" cy="234852"/>
      </dsp:txXfrm>
    </dsp:sp>
    <dsp:sp modelId="{DB72012D-A4B8-46F4-AC9D-A6EAF3F101EA}">
      <dsp:nvSpPr>
        <dsp:cNvPr id="0" name=""/>
        <dsp:cNvSpPr/>
      </dsp:nvSpPr>
      <dsp:spPr>
        <a:xfrm>
          <a:off x="5310507" y="1582630"/>
          <a:ext cx="1582563" cy="9495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Aplicare model pre-antrenat</a:t>
          </a:r>
          <a:endParaRPr lang="en-US" sz="1800" kern="1200" dirty="0"/>
        </a:p>
      </dsp:txBody>
      <dsp:txXfrm>
        <a:off x="5338318" y="1610441"/>
        <a:ext cx="1526941" cy="893916"/>
      </dsp:txXfrm>
    </dsp:sp>
    <dsp:sp modelId="{0D3CF1CF-DA8F-48CD-B777-6D3A0C0BE0BA}">
      <dsp:nvSpPr>
        <dsp:cNvPr id="0" name=""/>
        <dsp:cNvSpPr/>
      </dsp:nvSpPr>
      <dsp:spPr>
        <a:xfrm rot="10800000">
          <a:off x="4835738" y="1861162"/>
          <a:ext cx="335503" cy="3924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4936389" y="1939657"/>
        <a:ext cx="234852" cy="235485"/>
      </dsp:txXfrm>
    </dsp:sp>
    <dsp:sp modelId="{C5FE4820-6E03-4AA6-B315-9C7E34EF6351}">
      <dsp:nvSpPr>
        <dsp:cNvPr id="0" name=""/>
        <dsp:cNvSpPr/>
      </dsp:nvSpPr>
      <dsp:spPr>
        <a:xfrm>
          <a:off x="3094918" y="1582630"/>
          <a:ext cx="1582563" cy="9495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Transcriere</a:t>
          </a:r>
          <a:endParaRPr lang="en-US" sz="1800" kern="1200" dirty="0"/>
        </a:p>
      </dsp:txBody>
      <dsp:txXfrm>
        <a:off x="3122729" y="1610441"/>
        <a:ext cx="1526941" cy="893916"/>
      </dsp:txXfrm>
    </dsp:sp>
    <dsp:sp modelId="{BB67E214-581C-4093-867C-2F17FCC9FDF3}">
      <dsp:nvSpPr>
        <dsp:cNvPr id="0" name=""/>
        <dsp:cNvSpPr/>
      </dsp:nvSpPr>
      <dsp:spPr>
        <a:xfrm rot="10800000">
          <a:off x="2620148" y="1861162"/>
          <a:ext cx="335503" cy="3924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720799" y="1939657"/>
        <a:ext cx="234852" cy="235485"/>
      </dsp:txXfrm>
    </dsp:sp>
    <dsp:sp modelId="{5C20DB61-9B0D-4458-B8E3-9AFB4E8825DF}">
      <dsp:nvSpPr>
        <dsp:cNvPr id="0" name=""/>
        <dsp:cNvSpPr/>
      </dsp:nvSpPr>
      <dsp:spPr>
        <a:xfrm>
          <a:off x="879328" y="1582630"/>
          <a:ext cx="1582563" cy="9495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Comparare transcrieri</a:t>
          </a:r>
          <a:endParaRPr lang="en-US" sz="1800" kern="1200" dirty="0"/>
        </a:p>
      </dsp:txBody>
      <dsp:txXfrm>
        <a:off x="907139" y="1610441"/>
        <a:ext cx="1526941" cy="893916"/>
      </dsp:txXfrm>
    </dsp:sp>
    <dsp:sp modelId="{93F3D4AB-3017-4486-BEC0-417CF7F7C354}">
      <dsp:nvSpPr>
        <dsp:cNvPr id="0" name=""/>
        <dsp:cNvSpPr/>
      </dsp:nvSpPr>
      <dsp:spPr>
        <a:xfrm rot="5400000">
          <a:off x="1502858" y="2642948"/>
          <a:ext cx="335503" cy="39247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552868" y="2671434"/>
        <a:ext cx="235485" cy="234852"/>
      </dsp:txXfrm>
    </dsp:sp>
    <dsp:sp modelId="{248F9535-78F3-4B02-8951-294827CE6AA4}">
      <dsp:nvSpPr>
        <dsp:cNvPr id="0" name=""/>
        <dsp:cNvSpPr/>
      </dsp:nvSpPr>
      <dsp:spPr>
        <a:xfrm>
          <a:off x="879328" y="3165194"/>
          <a:ext cx="1582563" cy="9495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Rezultate</a:t>
          </a:r>
          <a:endParaRPr lang="en-US" sz="1800" kern="1200" dirty="0"/>
        </a:p>
      </dsp:txBody>
      <dsp:txXfrm>
        <a:off x="907139" y="3193005"/>
        <a:ext cx="1526941" cy="8939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E6404A-ADE9-4295-83FB-663BC4B81279}">
      <dsp:nvSpPr>
        <dsp:cNvPr id="0" name=""/>
        <dsp:cNvSpPr/>
      </dsp:nvSpPr>
      <dsp:spPr>
        <a:xfrm>
          <a:off x="0" y="0"/>
          <a:ext cx="77724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083920D-C571-4F44-A599-29E4541CD2F4}">
      <dsp:nvSpPr>
        <dsp:cNvPr id="0" name=""/>
        <dsp:cNvSpPr/>
      </dsp:nvSpPr>
      <dsp:spPr>
        <a:xfrm>
          <a:off x="0" y="0"/>
          <a:ext cx="7772400" cy="1028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kern="1200"/>
            <a:t>S</a:t>
          </a:r>
          <a:r>
            <a:rPr lang="en-US" sz="2000" kern="1200"/>
            <a:t>-a utilizat subsetul “test-clean” din corpul NoiseLibriSpeech</a:t>
          </a:r>
        </a:p>
      </dsp:txBody>
      <dsp:txXfrm>
        <a:off x="0" y="0"/>
        <a:ext cx="7772400" cy="1028699"/>
      </dsp:txXfrm>
    </dsp:sp>
    <dsp:sp modelId="{AA1FBFC8-9F07-491C-BFFA-BA94CE09526C}">
      <dsp:nvSpPr>
        <dsp:cNvPr id="0" name=""/>
        <dsp:cNvSpPr/>
      </dsp:nvSpPr>
      <dsp:spPr>
        <a:xfrm>
          <a:off x="0" y="1028699"/>
          <a:ext cx="77724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B0B391-0DF6-4561-9450-D49EAFE499AC}">
      <dsp:nvSpPr>
        <dsp:cNvPr id="0" name=""/>
        <dsp:cNvSpPr/>
      </dsp:nvSpPr>
      <dsp:spPr>
        <a:xfrm>
          <a:off x="0" y="1028699"/>
          <a:ext cx="7772400" cy="1028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kern="1200"/>
            <a:t>Fișierele </a:t>
          </a:r>
          <a:r>
            <a:rPr lang="en-US" sz="2000" kern="1200"/>
            <a:t>audio originale au fost contaminate artificial cu diferite tipuri de zgomot ambiental</a:t>
          </a:r>
        </a:p>
      </dsp:txBody>
      <dsp:txXfrm>
        <a:off x="0" y="1028699"/>
        <a:ext cx="7772400" cy="1028699"/>
      </dsp:txXfrm>
    </dsp:sp>
    <dsp:sp modelId="{FE37A8E1-3C55-4368-8581-990A790E5320}">
      <dsp:nvSpPr>
        <dsp:cNvPr id="0" name=""/>
        <dsp:cNvSpPr/>
      </dsp:nvSpPr>
      <dsp:spPr>
        <a:xfrm>
          <a:off x="0" y="2057399"/>
          <a:ext cx="77724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B4F786D-E445-4B11-8781-B3AACA9EB0DE}">
      <dsp:nvSpPr>
        <dsp:cNvPr id="0" name=""/>
        <dsp:cNvSpPr/>
      </dsp:nvSpPr>
      <dsp:spPr>
        <a:xfrm>
          <a:off x="0" y="2057399"/>
          <a:ext cx="7772400" cy="1028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Zgomotele variază în complexitate și intensitate, imitând condiții acustice reale precum traficul, zgomotul de fond urban sau medii industrial</a:t>
          </a:r>
        </a:p>
      </dsp:txBody>
      <dsp:txXfrm>
        <a:off x="0" y="2057399"/>
        <a:ext cx="7772400" cy="1028699"/>
      </dsp:txXfrm>
    </dsp:sp>
    <dsp:sp modelId="{DBC259D2-3883-439D-B7BE-F6CE6B3B5A25}">
      <dsp:nvSpPr>
        <dsp:cNvPr id="0" name=""/>
        <dsp:cNvSpPr/>
      </dsp:nvSpPr>
      <dsp:spPr>
        <a:xfrm>
          <a:off x="0" y="3086099"/>
          <a:ext cx="77724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99D0109-B9F2-405B-93FD-A5EC022328F0}">
      <dsp:nvSpPr>
        <dsp:cNvPr id="0" name=""/>
        <dsp:cNvSpPr/>
      </dsp:nvSpPr>
      <dsp:spPr>
        <a:xfrm>
          <a:off x="0" y="3086099"/>
          <a:ext cx="7772400" cy="1028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Setul oferă astfel un cadru ideal pentru testarea robusteții unui sistem ASR preantrenat în fața degradărilor acustice. </a:t>
          </a:r>
        </a:p>
      </dsp:txBody>
      <dsp:txXfrm>
        <a:off x="0" y="3086099"/>
        <a:ext cx="7772400" cy="10286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8B26E4-9C19-4DAA-B31C-813333B4FAD0}">
      <dsp:nvSpPr>
        <dsp:cNvPr id="0" name=""/>
        <dsp:cNvSpPr/>
      </dsp:nvSpPr>
      <dsp:spPr>
        <a:xfrm>
          <a:off x="18288" y="1771577"/>
          <a:ext cx="1057655" cy="1517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kern="1200" dirty="0"/>
            <a:t>Semnal audio</a:t>
          </a:r>
          <a:endParaRPr lang="en-US" sz="1600" kern="1200" dirty="0"/>
        </a:p>
      </dsp:txBody>
      <dsp:txXfrm>
        <a:off x="49266" y="1802555"/>
        <a:ext cx="995699" cy="1455584"/>
      </dsp:txXfrm>
    </dsp:sp>
    <dsp:sp modelId="{6DB889A7-301F-44B4-A610-69BE1DBE86EF}">
      <dsp:nvSpPr>
        <dsp:cNvPr id="0" name=""/>
        <dsp:cNvSpPr/>
      </dsp:nvSpPr>
      <dsp:spPr>
        <a:xfrm>
          <a:off x="1177138" y="2399198"/>
          <a:ext cx="214529" cy="2622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177138" y="2451658"/>
        <a:ext cx="150170" cy="157378"/>
      </dsp:txXfrm>
    </dsp:sp>
    <dsp:sp modelId="{2E85A753-891E-4C53-A193-4C2492AE4E52}">
      <dsp:nvSpPr>
        <dsp:cNvPr id="0" name=""/>
        <dsp:cNvSpPr/>
      </dsp:nvSpPr>
      <dsp:spPr>
        <a:xfrm>
          <a:off x="1480718" y="1771577"/>
          <a:ext cx="1057655" cy="1517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kern="1200" dirty="0"/>
            <a:t>STFT</a:t>
          </a:r>
          <a:endParaRPr lang="en-US" sz="1600" kern="1200" dirty="0"/>
        </a:p>
      </dsp:txBody>
      <dsp:txXfrm>
        <a:off x="1511696" y="1802555"/>
        <a:ext cx="995699" cy="1455584"/>
      </dsp:txXfrm>
    </dsp:sp>
    <dsp:sp modelId="{0FC8A6E7-1459-459D-ACFC-5B7F9AC9136C}">
      <dsp:nvSpPr>
        <dsp:cNvPr id="0" name=""/>
        <dsp:cNvSpPr/>
      </dsp:nvSpPr>
      <dsp:spPr>
        <a:xfrm>
          <a:off x="2644139" y="2399198"/>
          <a:ext cx="224223" cy="2622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644139" y="2451658"/>
        <a:ext cx="156956" cy="157378"/>
      </dsp:txXfrm>
    </dsp:sp>
    <dsp:sp modelId="{E673A25E-8ACD-439E-81A9-09B19F704464}">
      <dsp:nvSpPr>
        <dsp:cNvPr id="0" name=""/>
        <dsp:cNvSpPr/>
      </dsp:nvSpPr>
      <dsp:spPr>
        <a:xfrm>
          <a:off x="2961436" y="1740429"/>
          <a:ext cx="1057655" cy="15798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kern="1200" dirty="0"/>
            <a:t>Estimare zgomot din semnal</a:t>
          </a:r>
          <a:endParaRPr lang="en-US" sz="1600" kern="1200" dirty="0"/>
        </a:p>
      </dsp:txBody>
      <dsp:txXfrm>
        <a:off x="2992414" y="1771407"/>
        <a:ext cx="995699" cy="1517881"/>
      </dsp:txXfrm>
    </dsp:sp>
    <dsp:sp modelId="{D51DB70E-3A2B-4E6E-9735-61602E0DF8C3}">
      <dsp:nvSpPr>
        <dsp:cNvPr id="0" name=""/>
        <dsp:cNvSpPr/>
      </dsp:nvSpPr>
      <dsp:spPr>
        <a:xfrm>
          <a:off x="4128031" y="2399198"/>
          <a:ext cx="230949" cy="2622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128031" y="2451658"/>
        <a:ext cx="161664" cy="157378"/>
      </dsp:txXfrm>
    </dsp:sp>
    <dsp:sp modelId="{458B089E-2DA3-42FC-8229-4C86E84AF800}">
      <dsp:nvSpPr>
        <dsp:cNvPr id="0" name=""/>
        <dsp:cNvSpPr/>
      </dsp:nvSpPr>
      <dsp:spPr>
        <a:xfrm>
          <a:off x="4454847" y="1756003"/>
          <a:ext cx="1057655" cy="15486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kern="1200" dirty="0"/>
            <a:t>Calcul mască atenuare </a:t>
          </a:r>
          <a:endParaRPr lang="en-US" sz="1600" kern="1200" dirty="0"/>
        </a:p>
      </dsp:txBody>
      <dsp:txXfrm>
        <a:off x="4485825" y="1786981"/>
        <a:ext cx="995699" cy="1486732"/>
      </dsp:txXfrm>
    </dsp:sp>
    <dsp:sp modelId="{10947180-BB61-4EC3-B284-A1517CDCB7D3}">
      <dsp:nvSpPr>
        <dsp:cNvPr id="0" name=""/>
        <dsp:cNvSpPr/>
      </dsp:nvSpPr>
      <dsp:spPr>
        <a:xfrm>
          <a:off x="5615095" y="2399198"/>
          <a:ext cx="217496" cy="2622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615095" y="2451658"/>
        <a:ext cx="152247" cy="157378"/>
      </dsp:txXfrm>
    </dsp:sp>
    <dsp:sp modelId="{6220D122-8F79-4046-AA9C-809BD5BD01C9}">
      <dsp:nvSpPr>
        <dsp:cNvPr id="0" name=""/>
        <dsp:cNvSpPr/>
      </dsp:nvSpPr>
      <dsp:spPr>
        <a:xfrm>
          <a:off x="5922873" y="1771577"/>
          <a:ext cx="1057655" cy="15175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kern="1200" dirty="0"/>
            <a:t>Aplicare mască asupra spectrului</a:t>
          </a:r>
          <a:endParaRPr lang="en-US" sz="1600" kern="1200" dirty="0"/>
        </a:p>
      </dsp:txBody>
      <dsp:txXfrm>
        <a:off x="5953851" y="1802555"/>
        <a:ext cx="995699" cy="1455584"/>
      </dsp:txXfrm>
    </dsp:sp>
    <dsp:sp modelId="{73FFA7CD-1F6F-44A2-A786-37B330E00885}">
      <dsp:nvSpPr>
        <dsp:cNvPr id="0" name=""/>
        <dsp:cNvSpPr/>
      </dsp:nvSpPr>
      <dsp:spPr>
        <a:xfrm>
          <a:off x="7086295" y="2399198"/>
          <a:ext cx="224223" cy="26229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086295" y="2451658"/>
        <a:ext cx="156956" cy="157378"/>
      </dsp:txXfrm>
    </dsp:sp>
    <dsp:sp modelId="{4464BB62-251D-48CD-B137-DD8CBDA1EA4D}">
      <dsp:nvSpPr>
        <dsp:cNvPr id="0" name=""/>
        <dsp:cNvSpPr/>
      </dsp:nvSpPr>
      <dsp:spPr>
        <a:xfrm>
          <a:off x="7403592" y="1709280"/>
          <a:ext cx="1057655" cy="16421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kern="1200" dirty="0"/>
            <a:t>ISTFT</a:t>
          </a:r>
          <a:endParaRPr lang="en-US" sz="1600" kern="1200" dirty="0"/>
        </a:p>
      </dsp:txBody>
      <dsp:txXfrm>
        <a:off x="7434570" y="1740258"/>
        <a:ext cx="995699" cy="15801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85A753-891E-4C53-A193-4C2492AE4E52}">
      <dsp:nvSpPr>
        <dsp:cNvPr id="0" name=""/>
        <dsp:cNvSpPr/>
      </dsp:nvSpPr>
      <dsp:spPr>
        <a:xfrm>
          <a:off x="3046" y="1147058"/>
          <a:ext cx="944413" cy="1317763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dirty="0"/>
            <a:t>STFT</a:t>
          </a:r>
          <a:endParaRPr lang="en-US" sz="1400" kern="1200" dirty="0"/>
        </a:p>
      </dsp:txBody>
      <dsp:txXfrm>
        <a:off x="30707" y="1174719"/>
        <a:ext cx="889091" cy="1262441"/>
      </dsp:txXfrm>
    </dsp:sp>
    <dsp:sp modelId="{0FC8A6E7-1459-459D-ACFC-5B7F9AC9136C}">
      <dsp:nvSpPr>
        <dsp:cNvPr id="0" name=""/>
        <dsp:cNvSpPr/>
      </dsp:nvSpPr>
      <dsp:spPr>
        <a:xfrm>
          <a:off x="1041901" y="1688832"/>
          <a:ext cx="200215" cy="234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41901" y="1735675"/>
        <a:ext cx="140151" cy="140528"/>
      </dsp:txXfrm>
    </dsp:sp>
    <dsp:sp modelId="{E673A25E-8ACD-439E-81A9-09B19F704464}">
      <dsp:nvSpPr>
        <dsp:cNvPr id="0" name=""/>
        <dsp:cNvSpPr/>
      </dsp:nvSpPr>
      <dsp:spPr>
        <a:xfrm>
          <a:off x="1325225" y="1120010"/>
          <a:ext cx="944413" cy="1371859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dirty="0"/>
            <a:t>Estimare zgomot din semnal</a:t>
          </a:r>
          <a:endParaRPr lang="en-US" sz="1400" kern="1200" dirty="0"/>
        </a:p>
      </dsp:txBody>
      <dsp:txXfrm>
        <a:off x="1352886" y="1147671"/>
        <a:ext cx="889091" cy="1316537"/>
      </dsp:txXfrm>
    </dsp:sp>
    <dsp:sp modelId="{D51DB70E-3A2B-4E6E-9735-61602E0DF8C3}">
      <dsp:nvSpPr>
        <dsp:cNvPr id="0" name=""/>
        <dsp:cNvSpPr/>
      </dsp:nvSpPr>
      <dsp:spPr>
        <a:xfrm>
          <a:off x="2366914" y="1688832"/>
          <a:ext cx="206222" cy="234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366914" y="1735675"/>
        <a:ext cx="144355" cy="140528"/>
      </dsp:txXfrm>
    </dsp:sp>
    <dsp:sp modelId="{458B089E-2DA3-42FC-8229-4C86E84AF800}">
      <dsp:nvSpPr>
        <dsp:cNvPr id="0" name=""/>
        <dsp:cNvSpPr/>
      </dsp:nvSpPr>
      <dsp:spPr>
        <a:xfrm>
          <a:off x="2658738" y="1133534"/>
          <a:ext cx="944413" cy="1344811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dirty="0"/>
            <a:t>Calcul mască atenuare </a:t>
          </a:r>
          <a:endParaRPr lang="en-US" sz="1400" kern="1200" dirty="0"/>
        </a:p>
      </dsp:txBody>
      <dsp:txXfrm>
        <a:off x="2686399" y="1161195"/>
        <a:ext cx="889091" cy="1289489"/>
      </dsp:txXfrm>
    </dsp:sp>
    <dsp:sp modelId="{10947180-BB61-4EC3-B284-A1517CDCB7D3}">
      <dsp:nvSpPr>
        <dsp:cNvPr id="0" name=""/>
        <dsp:cNvSpPr/>
      </dsp:nvSpPr>
      <dsp:spPr>
        <a:xfrm>
          <a:off x="3694759" y="1688832"/>
          <a:ext cx="194209" cy="234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694759" y="1735675"/>
        <a:ext cx="135946" cy="140528"/>
      </dsp:txXfrm>
    </dsp:sp>
    <dsp:sp modelId="{6220D122-8F79-4046-AA9C-809BD5BD01C9}">
      <dsp:nvSpPr>
        <dsp:cNvPr id="0" name=""/>
        <dsp:cNvSpPr/>
      </dsp:nvSpPr>
      <dsp:spPr>
        <a:xfrm>
          <a:off x="3969584" y="1147058"/>
          <a:ext cx="944413" cy="1317763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dirty="0"/>
            <a:t>Aplicare mască asupra spectrului</a:t>
          </a:r>
          <a:endParaRPr lang="en-US" sz="1400" kern="1200" dirty="0"/>
        </a:p>
      </dsp:txBody>
      <dsp:txXfrm>
        <a:off x="3997245" y="1174719"/>
        <a:ext cx="889091" cy="1262441"/>
      </dsp:txXfrm>
    </dsp:sp>
    <dsp:sp modelId="{73FFA7CD-1F6F-44A2-A786-37B330E00885}">
      <dsp:nvSpPr>
        <dsp:cNvPr id="0" name=""/>
        <dsp:cNvSpPr/>
      </dsp:nvSpPr>
      <dsp:spPr>
        <a:xfrm>
          <a:off x="5008439" y="1688832"/>
          <a:ext cx="200215" cy="2342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008439" y="1735675"/>
        <a:ext cx="140151" cy="140528"/>
      </dsp:txXfrm>
    </dsp:sp>
    <dsp:sp modelId="{4464BB62-251D-48CD-B137-DD8CBDA1EA4D}">
      <dsp:nvSpPr>
        <dsp:cNvPr id="0" name=""/>
        <dsp:cNvSpPr/>
      </dsp:nvSpPr>
      <dsp:spPr>
        <a:xfrm>
          <a:off x="5291763" y="1092962"/>
          <a:ext cx="944413" cy="1425955"/>
        </a:xfrm>
        <a:prstGeom prst="roundRect">
          <a:avLst>
            <a:gd name="adj" fmla="val 10000"/>
          </a:avLst>
        </a:prstGeom>
        <a:solidFill>
          <a:srgbClr val="FFC000"/>
        </a:solidFill>
        <a:ln w="25400" cap="flat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dirty="0"/>
            <a:t>ISTFT</a:t>
          </a:r>
          <a:endParaRPr lang="en-US" sz="1400" kern="1200" dirty="0"/>
        </a:p>
      </dsp:txBody>
      <dsp:txXfrm>
        <a:off x="5319424" y="1120623"/>
        <a:ext cx="889091" cy="13706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3AFF6-90F6-4D4C-9A22-CF4E3BCA577C}">
      <dsp:nvSpPr>
        <dsp:cNvPr id="0" name=""/>
        <dsp:cNvSpPr/>
      </dsp:nvSpPr>
      <dsp:spPr>
        <a:xfrm>
          <a:off x="0" y="1554731"/>
          <a:ext cx="1136749" cy="7218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27B0F0-8DF0-47E3-A76C-A99B039F04A9}">
      <dsp:nvSpPr>
        <dsp:cNvPr id="0" name=""/>
        <dsp:cNvSpPr/>
      </dsp:nvSpPr>
      <dsp:spPr>
        <a:xfrm>
          <a:off x="126305" y="1674721"/>
          <a:ext cx="1136749" cy="721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 dirty="0"/>
            <a:t>Wav2Vec2Processor</a:t>
          </a:r>
          <a:endParaRPr lang="en-US" sz="900" kern="1200" dirty="0"/>
        </a:p>
      </dsp:txBody>
      <dsp:txXfrm>
        <a:off x="147447" y="1695863"/>
        <a:ext cx="1094465" cy="679551"/>
      </dsp:txXfrm>
    </dsp:sp>
    <dsp:sp modelId="{8A72A10E-A1B7-4D36-9559-9A62C9022F47}">
      <dsp:nvSpPr>
        <dsp:cNvPr id="0" name=""/>
        <dsp:cNvSpPr/>
      </dsp:nvSpPr>
      <dsp:spPr>
        <a:xfrm>
          <a:off x="1389360" y="1554731"/>
          <a:ext cx="1136749" cy="7218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7284C9-7BE0-4714-AA20-C21A0EE373E1}">
      <dsp:nvSpPr>
        <dsp:cNvPr id="0" name=""/>
        <dsp:cNvSpPr/>
      </dsp:nvSpPr>
      <dsp:spPr>
        <a:xfrm>
          <a:off x="1515665" y="1674721"/>
          <a:ext cx="1136749" cy="721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 dirty="0"/>
            <a:t>Wav2Vec2ForCTC</a:t>
          </a:r>
          <a:endParaRPr lang="en-US" sz="900" kern="1200" dirty="0"/>
        </a:p>
      </dsp:txBody>
      <dsp:txXfrm>
        <a:off x="1536807" y="1695863"/>
        <a:ext cx="1094465" cy="679551"/>
      </dsp:txXfrm>
    </dsp:sp>
    <dsp:sp modelId="{82BA8300-938B-4ADD-8C55-2C29DC1A5EA2}">
      <dsp:nvSpPr>
        <dsp:cNvPr id="0" name=""/>
        <dsp:cNvSpPr/>
      </dsp:nvSpPr>
      <dsp:spPr>
        <a:xfrm>
          <a:off x="2778720" y="1554731"/>
          <a:ext cx="1136749" cy="7218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29CC03-6365-44BE-858A-C3D8BBD25DF2}">
      <dsp:nvSpPr>
        <dsp:cNvPr id="0" name=""/>
        <dsp:cNvSpPr/>
      </dsp:nvSpPr>
      <dsp:spPr>
        <a:xfrm>
          <a:off x="2905025" y="1674721"/>
          <a:ext cx="1136749" cy="7218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900" kern="1200" dirty="0"/>
            <a:t>Decodare CTC</a:t>
          </a:r>
          <a:endParaRPr lang="en-US" sz="900" kern="1200" dirty="0"/>
        </a:p>
      </dsp:txBody>
      <dsp:txXfrm>
        <a:off x="2926167" y="1695863"/>
        <a:ext cx="1094465" cy="6795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6FA828A-B129-FC8B-1CC7-16CCD7D754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E3483F6-31CE-54A5-B538-B4E4C57FA7D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9DCA3BAE-8907-A342-0A79-D8D076B3A7E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B8A90065-EC0C-0EAD-7CDB-4D769B5E5D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Click to edit Master text styles</a:t>
            </a:r>
          </a:p>
          <a:p>
            <a:pPr lvl="1"/>
            <a:r>
              <a:rPr lang="ru-RU" noProof="0"/>
              <a:t>Second level</a:t>
            </a:r>
          </a:p>
          <a:p>
            <a:pPr lvl="2"/>
            <a:r>
              <a:rPr lang="ru-RU" noProof="0"/>
              <a:t>Third level</a:t>
            </a:r>
          </a:p>
          <a:p>
            <a:pPr lvl="3"/>
            <a:r>
              <a:rPr lang="ru-RU" noProof="0"/>
              <a:t>Fourth level</a:t>
            </a:r>
          </a:p>
          <a:p>
            <a:pPr lvl="4"/>
            <a:r>
              <a:rPr lang="ru-RU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3ED9D70D-6521-9C9B-7EDD-653B65F855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DA3BAD06-F7DA-9FCC-2F39-A6FA7E0E5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3852BAA6-4A63-40CB-8D4A-F00610DCC054}" type="slidenum">
              <a:rPr lang="ru-RU" altLang="en-US"/>
              <a:pPr/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8ECE00F7-7303-78A7-EAFF-1C425A3B0F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534D38C-6EFC-4B3A-8692-4C2D2F9101BE}" type="slidenum">
              <a:rPr lang="ru-RU" altLang="en-US">
                <a:latin typeface="Arial" panose="020B0604020202020204" pitchFamily="34" charset="0"/>
              </a:rPr>
              <a:pPr eaLnBrk="1" hangingPunct="1"/>
              <a:t>2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4FD5997-D21D-AA25-2FFB-4E442CB115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4F74CD98-3D99-D9A1-8B68-F6E27786B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57453A49-5692-3C76-4ED0-02D6C702B5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C07479-3589-45C0-8E7A-D4EA8A234CC9}" type="slidenum">
              <a:rPr lang="ru-RU" altLang="en-US">
                <a:latin typeface="Arial" panose="020B0604020202020204" pitchFamily="34" charset="0"/>
              </a:rPr>
              <a:pPr eaLnBrk="1" hangingPunct="1"/>
              <a:t>3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1F2DCC5-6C30-1EB0-3987-3A1B44A763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125C511B-7B54-8A7C-10A8-DEF91A79D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293E232E-79C0-A4FF-40A5-DB7BFFFE73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7F79C52-0E1D-46B9-9E07-34D345D22BA4}" type="slidenum">
              <a:rPr lang="ru-RU" altLang="en-US">
                <a:latin typeface="Arial" panose="020B0604020202020204" pitchFamily="34" charset="0"/>
              </a:rPr>
              <a:pPr eaLnBrk="1" hangingPunct="1"/>
              <a:t>4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B6E455D1-F70E-21BC-4C46-A90E997A6F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0015535-911B-D8F5-FD28-659832BEF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2190EA62-D076-BF2D-35B2-1A7B9C95FF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DAAD5F-1EBC-44CD-A6F6-55DF3DF80B9F}" type="slidenum">
              <a:rPr lang="ru-RU" altLang="en-US">
                <a:latin typeface="Arial" panose="020B0604020202020204" pitchFamily="34" charset="0"/>
              </a:rPr>
              <a:pPr eaLnBrk="1" hangingPunct="1"/>
              <a:t>5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AA02BEF6-0FD9-1BB4-C558-C190B17B44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0867C19-45F0-5894-58C1-FC71029A6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CFF99F86-5AEB-F891-1081-E32EC57771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FC744B1-9D21-4AE5-BCFE-DA906B68FBDC}" type="slidenum">
              <a:rPr lang="ru-RU" altLang="en-US">
                <a:latin typeface="Arial" panose="020B0604020202020204" pitchFamily="34" charset="0"/>
              </a:rPr>
              <a:pPr eaLnBrk="1" hangingPunct="1"/>
              <a:t>6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F90A3817-1C82-6405-5E0C-6194235837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8DA6952C-0272-576D-C951-30EED6B5F9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5CCAFB6D-2F97-A2B2-5A6E-E32995325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25A90FE-40D2-4F5A-956F-7B78AFE4F38E}" type="slidenum">
              <a:rPr lang="ru-RU" altLang="en-US">
                <a:latin typeface="Arial" panose="020B0604020202020204" pitchFamily="34" charset="0"/>
              </a:rPr>
              <a:pPr eaLnBrk="1" hangingPunct="1"/>
              <a:t>10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EFB337B5-C7C2-D389-9DCF-90BE4841A4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EF8168D2-190B-6104-5FDE-2E5D7C77BC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76A49421-1B13-C4CB-2593-B9314425B7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F3751FC-1FAA-4068-AF75-50DA8F789F12}" type="slidenum">
              <a:rPr lang="ru-RU" altLang="en-US">
                <a:latin typeface="Arial" panose="020B0604020202020204" pitchFamily="34" charset="0"/>
              </a:rPr>
              <a:pPr eaLnBrk="1" hangingPunct="1"/>
              <a:t>11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86D06259-CB4C-1D33-2651-055F46C2BE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B8A04801-3993-0E3B-E644-BE64C00C0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4EABDE4A-C653-60E7-98C6-1E972790A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2F74FA3-3B8E-4D39-81B6-60EA94816FA9}" type="slidenum">
              <a:rPr lang="ru-RU" altLang="en-US">
                <a:latin typeface="Arial" panose="020B0604020202020204" pitchFamily="34" charset="0"/>
              </a:rPr>
              <a:pPr eaLnBrk="1" hangingPunct="1"/>
              <a:t>13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403D9280-677F-89B5-2490-295367439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DC624A8B-3DBD-6791-71CF-6C4402062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DEC56FDE-A81E-CEE9-7D2F-EAC3DF0B09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373115D-3A3F-419E-BD36-D0AF731F31A7}" type="slidenum">
              <a:rPr lang="ru-RU" altLang="en-US">
                <a:latin typeface="Arial" panose="020B0604020202020204" pitchFamily="34" charset="0"/>
              </a:rPr>
              <a:pPr eaLnBrk="1" hangingPunct="1"/>
              <a:t>14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563E4E2B-27B3-1268-2D3D-F24F69D036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0859B885-DEB5-B7BC-990D-0F9C153B99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47657467-3C12-0E6D-7DA7-E0E2EA6DE6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8B7B7B3-8CFE-4B20-9BC1-5B65D665DEAB}" type="slidenum">
              <a:rPr lang="ru-RU" altLang="en-US">
                <a:latin typeface="Arial" panose="020B0604020202020204" pitchFamily="34" charset="0"/>
              </a:rPr>
              <a:pPr eaLnBrk="1" hangingPunct="1"/>
              <a:t>15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9CF65F4C-6CB4-0616-B826-BBF10F1382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6EEB60B6-9780-D9EB-AE81-A83D34250E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D52BEF13-A09C-6317-2AB4-FC3C95771E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E03981-ACB4-48D2-B767-E7BD437C64C1}" type="slidenum">
              <a:rPr lang="ru-RU" altLang="en-US">
                <a:latin typeface="Arial" panose="020B0604020202020204" pitchFamily="34" charset="0"/>
              </a:rPr>
              <a:pPr eaLnBrk="1" hangingPunct="1"/>
              <a:t>16</a:t>
            </a:fld>
            <a:endParaRPr lang="ru-RU" altLang="en-US">
              <a:latin typeface="Arial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A3D5E032-5242-44B2-5F40-6EA82DB5CD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2BC10319-76E4-08A0-D196-D0E68E2A2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2E52DB7-AE92-7934-1BCE-3A00D67C18D4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E7C8A03-EA05-EF77-9E6E-1AF679686F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054799D7-DC04-6E74-D130-6854E7EFE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FF10637-EA02-7EC1-CB26-6D92EC578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2535ED39-C2E6-3F1A-EAC0-ABA25C02D3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016572A-E215-1923-80D3-07F39D4E0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74F0FF7-71EC-B51F-8AC4-B11B24D37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Arial" charset="0"/>
                </a:endParaRPr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3A456C6A-0A71-DFFA-E283-15EA79FDD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FB49D002-4ABF-CBFC-C5EB-E5D7563BC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charset="0"/>
              </a:endParaRPr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ABF786DF-A427-59CA-1E9C-64BF230D566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Arial" charset="0"/>
              </a:endParaRPr>
            </a:p>
          </p:txBody>
        </p:sp>
      </p:grpSp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Click to edit Master title style</a:t>
            </a:r>
          </a:p>
        </p:txBody>
      </p:sp>
      <p:sp>
        <p:nvSpPr>
          <p:cNvPr id="82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Click to edit Master subtitle style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5D74B576-4048-42D1-F9D1-10F2381620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B4723CD5-907A-ABD8-BA60-41B5F35C26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050DF337-D0BD-7229-C25E-DBB1B7797A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E10E5C9-B7BA-47C9-81D4-42C724AC4606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9669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B46EA8B-ECDF-A337-E562-0E3AAB9EF7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088F41F-B0C5-2DEC-1641-F084F58442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50C0E1E-391E-2383-8256-27A188EF63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E3989D-C2A9-4E09-91FE-18AC84567D81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66547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DC3F280-969C-9528-C486-7698E2085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2B60A99-731D-7F83-DFC3-3BBD63856E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0E849F1-2EDA-3BBC-5275-F7006E6F4E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999FEE-114A-4954-993E-78C50E269793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247550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42F6770-9DDF-57F6-845B-F804DF63F8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309CB9F-AF12-8818-9FF4-0DD53EA9F2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5C5622F-B38C-BB24-8F4D-1874952EBE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787705-CE7B-4BFB-BE07-5989ABA31CD3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7988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BFAD3F8-1D55-A8D3-8F84-D23BCCC51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9F0D4C83-F355-9BF7-11DA-7E0A5E67D2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0ABC428-34FA-0C98-20B4-8F861A0AE3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AB074C-EB14-4F70-B283-FA0658615F7F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16486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A33F8A3-013B-FDC8-3F57-1D608EDBAE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A8378D1-41E1-30C3-9F92-2C6289E704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F6B2C312-33DD-2958-C350-FD664B5E96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18D454-4161-42D8-8D9A-D16EEC919E6A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80207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1AB5EE4-0DC7-019C-604C-5D3D49E632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DC42BE2-B577-50E9-B29D-BDB01267B0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FCB53EC1-3922-9019-277F-7226E3E79F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06F59D-A1DB-4F13-8C98-186132195769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76817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184BD60-B9CF-3379-F180-DFD90222EC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4734620-B2EC-9E4E-7CC0-9FB7D9A870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4F20404-D5C6-22B2-5020-1D111964F4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DDB4A-EEF6-4909-8559-6EC6C97DF96D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108697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74CB100-AAB1-11EE-4001-5CA39D8F75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5AEA0798-2430-0B2D-1956-860E26B420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D61AFB5-3E19-1269-18F0-CB70564865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25E927-4DC3-4CC6-AC23-3628555B9B2B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50072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B3636B4-A086-1A25-69D7-8657D6603A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E02DF45-E5C8-C97B-6691-B67BFFED12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CFCE52B-0DFF-D111-DB3C-988DE96931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320459-959B-4607-9977-F22533775CBC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002912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D982FB1-0A07-5D24-276A-8009C458AE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118C36E-0714-25E8-C713-394431E5A4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6C4808E-E0B6-9C10-82D4-A80A12F67E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2D7D94-C554-4389-BD4C-43758B1F28D7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138810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7F84528-1AC5-34A2-92FD-AA267B2123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BA97BF-8541-7DBF-35F5-CF2CDAA8D3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4BEE56C-8C44-33FF-EC82-D53594E799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068A08-8FDF-463E-A795-C781716982C7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720704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C6F6169B-ABEA-4B24-F4B6-1A7A49D579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0717D7B-404C-C50F-E4B4-36C1443032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A1620AC-D940-1D51-13B6-2E43017E2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ABD473-04BA-4E6F-A708-E5BCD68C5E8D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2086568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189577E-4788-32C6-7DA5-B5E2FC9522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CE931AF-EA7B-8CC2-DC2F-4E0A4B983C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20D090B-7646-D15A-2C83-E97D16E19A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43AC44-95B8-4D50-A9A0-52D67D871802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37427382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EA00D226-5048-6377-7542-C57E8FAD41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FA3E3BE3-4A9F-C9B0-ED3E-BB23A22BEA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68A8DC9F-9100-6294-638B-26739DE4B4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77CF82-3465-4CE8-B778-69F98F3E770F}" type="slidenum">
              <a:rPr lang="ru-RU" altLang="en-US"/>
              <a:pPr/>
              <a:t>‹#›</a:t>
            </a:fld>
            <a:endParaRPr lang="ru-RU" altLang="en-US"/>
          </a:p>
        </p:txBody>
      </p:sp>
    </p:spTree>
    <p:extLst>
      <p:ext uri="{BB962C8B-B14F-4D97-AF65-F5344CB8AC3E}">
        <p14:creationId xmlns:p14="http://schemas.microsoft.com/office/powerpoint/2010/main" val="427017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4D8B462-E490-2FDF-0869-D9F4B49B477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78C3597-B4B9-CC14-2FFB-B25704CD1D1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830CD6A9-ECA0-EF2C-6E38-A369A7A8CC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49FE3915-DAF6-8C32-CCAA-648BC0E0AF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C90DD59B-233B-CDC5-4EFB-CF20D6B4203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451BB977-094F-CC2A-0BF1-97C0ADDC5FF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43C3CB1C-AE94-6B50-B8EE-138D08B4D7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cs typeface="Arial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ECC70CBB-7DC7-D0F6-BB3D-47B34431B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/>
              <a:t>Click to edit Master title style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401AD316-1A08-E5FB-C8BD-A2E16BF57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/>
              <a:t>Click to edit Master text styles</a:t>
            </a:r>
          </a:p>
          <a:p>
            <a:pPr lvl="1"/>
            <a:r>
              <a:rPr lang="ru-RU" altLang="en-US"/>
              <a:t>Second level</a:t>
            </a:r>
          </a:p>
          <a:p>
            <a:pPr lvl="2"/>
            <a:r>
              <a:rPr lang="ru-RU" altLang="en-US"/>
              <a:t>Third level</a:t>
            </a:r>
          </a:p>
          <a:p>
            <a:pPr lvl="3"/>
            <a:r>
              <a:rPr lang="ru-RU" altLang="en-US"/>
              <a:t>Fourth level</a:t>
            </a:r>
          </a:p>
          <a:p>
            <a:pPr lvl="4"/>
            <a:r>
              <a:rPr lang="ru-RU" altLang="en-US"/>
              <a:t>Fifth level</a:t>
            </a:r>
          </a:p>
        </p:txBody>
      </p:sp>
      <p:sp>
        <p:nvSpPr>
          <p:cNvPr id="7179" name="Rectangle 11">
            <a:extLst>
              <a:ext uri="{FF2B5EF4-FFF2-40B4-BE49-F238E27FC236}">
                <a16:creationId xmlns:a16="http://schemas.microsoft.com/office/drawing/2014/main" id="{AF21502C-0C99-E1C8-82F9-564427B361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BD770D76-54F5-334E-3C36-1118838150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182EB163-CA68-3D3C-408B-7F1250D323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3A3090D-9900-4F83-B6CF-5DD05E65B5F8}" type="slidenum">
              <a:rPr lang="ru-RU" altLang="en-US"/>
              <a:pPr/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ocs/transformers/model_doc/wav2vec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BBB2918-00B5-2E9C-3077-3CB544EED5B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2133600"/>
            <a:ext cx="7772400" cy="1004888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RECUNOA</a:t>
            </a:r>
            <a:r>
              <a:rPr lang="ro-RO" altLang="en-US" sz="3600" dirty="0"/>
              <a:t>Ș</a:t>
            </a:r>
            <a:r>
              <a:rPr lang="en-US" altLang="en-US" sz="3600" dirty="0"/>
              <a:t>TEREA ASR </a:t>
            </a:r>
            <a:r>
              <a:rPr lang="ro-RO" altLang="en-US" sz="3600" dirty="0"/>
              <a:t>ÎN CONDIȚII EXTREME</a:t>
            </a:r>
            <a:endParaRPr lang="ru-RU" altLang="en-US" sz="3600" dirty="0"/>
          </a:p>
        </p:txBody>
      </p:sp>
      <p:sp>
        <p:nvSpPr>
          <p:cNvPr id="3075" name="TextBox 2">
            <a:extLst>
              <a:ext uri="{FF2B5EF4-FFF2-40B4-BE49-F238E27FC236}">
                <a16:creationId xmlns:a16="http://schemas.microsoft.com/office/drawing/2014/main" id="{FED2701C-838F-B4E5-9AEA-27CC34AE0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9728" y="5273040"/>
            <a:ext cx="51054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ro-RO" altLang="en-US" sz="2000" dirty="0"/>
              <a:t>Balea Adriana-Nicoleta </a:t>
            </a:r>
            <a:r>
              <a:rPr lang="en-US" altLang="en-US" sz="2000" dirty="0"/>
              <a:t>– Student</a:t>
            </a:r>
            <a:endParaRPr lang="ro-RO" altLang="en-US" sz="2000" dirty="0"/>
          </a:p>
          <a:p>
            <a:pPr algn="r" eaLnBrk="1" hangingPunct="1"/>
            <a:r>
              <a:rPr lang="ro-RO" altLang="en-US" sz="2000" dirty="0"/>
              <a:t>Dr. Ing. Giurgiu Mircea </a:t>
            </a:r>
            <a:r>
              <a:rPr lang="en-US" altLang="en-US" sz="2000" dirty="0"/>
              <a:t>– </a:t>
            </a:r>
            <a:r>
              <a:rPr lang="ro-RO" altLang="en-US" sz="2000" dirty="0"/>
              <a:t>Coordonator</a:t>
            </a:r>
          </a:p>
          <a:p>
            <a:pPr algn="r" eaLnBrk="1" hangingPunct="1"/>
            <a:r>
              <a:rPr lang="ro-RO" altLang="en-US" sz="2000" dirty="0"/>
              <a:t>Grupa 2, Semigrupa 1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6C03389-E2EE-9D3C-78D2-5F7CB30C1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1. </a:t>
            </a:r>
            <a:r>
              <a:rPr lang="en-US" altLang="en-US" dirty="0" err="1"/>
              <a:t>Definirea</a:t>
            </a:r>
            <a:r>
              <a:rPr lang="en-US" altLang="en-US" dirty="0"/>
              <a:t> </a:t>
            </a:r>
            <a:r>
              <a:rPr lang="en-US" altLang="en-US" dirty="0" err="1"/>
              <a:t>problemei</a:t>
            </a:r>
            <a:endParaRPr lang="ru-RU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FAF0E77-1CEB-934D-E379-C23905DCF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3687" y="1922272"/>
            <a:ext cx="8650288" cy="4721415"/>
          </a:xfrm>
        </p:spPr>
        <p:txBody>
          <a:bodyPr/>
          <a:lstStyle/>
          <a:p>
            <a:pPr lvl="1" eaLnBrk="1" hangingPunct="1"/>
            <a:r>
              <a:rPr lang="ro-RO" altLang="en-US" dirty="0"/>
              <a:t>Proiectul meu urmărește îmbunătățirea performanței recunoașterii vorbirii în medii zgomotoase prin aplicarea unor filtre de reducere a zgomotului, sistemele ASR moderne fiind sensibile la degradarea acustică produsă de zgomotul ambiental.</a:t>
            </a:r>
            <a:endParaRPr lang="en-US" altLang="en-US" dirty="0"/>
          </a:p>
          <a:p>
            <a:pPr eaLnBrk="1" hangingPunct="1"/>
            <a:r>
              <a:rPr lang="en-US" altLang="en-US" sz="2200" dirty="0"/>
              <a:t>Ce </a:t>
            </a:r>
            <a:r>
              <a:rPr lang="en-US" altLang="en-US" sz="2200" dirty="0" err="1"/>
              <a:t>implic</a:t>
            </a:r>
            <a:r>
              <a:rPr lang="ro-RO" altLang="en-US" sz="2200" dirty="0"/>
              <a:t>ă</a:t>
            </a:r>
            <a:r>
              <a:rPr lang="en-US" altLang="en-US" sz="2200" dirty="0"/>
              <a:t> </a:t>
            </a:r>
            <a:r>
              <a:rPr lang="en-US" altLang="en-US" sz="2200" dirty="0" err="1"/>
              <a:t>rezolvarea</a:t>
            </a:r>
            <a:r>
              <a:rPr lang="en-US" altLang="en-US" sz="2200" dirty="0"/>
              <a:t> </a:t>
            </a:r>
            <a:r>
              <a:rPr lang="en-US" altLang="en-US" sz="2200" dirty="0" err="1"/>
              <a:t>problemei</a:t>
            </a:r>
            <a:r>
              <a:rPr lang="en-US" altLang="en-US" sz="2200" dirty="0"/>
              <a:t>?</a:t>
            </a:r>
          </a:p>
          <a:p>
            <a:pPr lvl="1" eaLnBrk="1" hangingPunct="1"/>
            <a:r>
              <a:rPr lang="ro-RO" altLang="en-US" sz="2000" dirty="0"/>
              <a:t>Subproblema 1: Aplicarea și compararea metodelor de reducere a zgomotului (noisereduce, lowpass, spectralgate).</a:t>
            </a:r>
            <a:endParaRPr lang="en-US" altLang="en-US" sz="2000" dirty="0"/>
          </a:p>
          <a:p>
            <a:pPr lvl="1" eaLnBrk="1" hangingPunct="1"/>
            <a:r>
              <a:rPr lang="ro-RO" altLang="en-US" sz="2000" dirty="0"/>
              <a:t>Subproblema 2: </a:t>
            </a:r>
            <a:r>
              <a:rPr lang="en-US" sz="2000" dirty="0" err="1"/>
              <a:t>Integrarea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model ASR pre-</a:t>
            </a:r>
            <a:r>
              <a:rPr lang="en-US" sz="2000" dirty="0" err="1"/>
              <a:t>antrenat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analiza</a:t>
            </a:r>
            <a:r>
              <a:rPr lang="en-US" sz="2000" dirty="0"/>
              <a:t> </a:t>
            </a:r>
            <a:r>
              <a:rPr lang="en-US" sz="2000" dirty="0" err="1"/>
              <a:t>rezultatelor</a:t>
            </a:r>
            <a:r>
              <a:rPr lang="en-US" sz="2000" dirty="0"/>
              <a:t> generate pe un set de date </a:t>
            </a:r>
            <a:r>
              <a:rPr lang="en-US" sz="2000" dirty="0" err="1"/>
              <a:t>afectat</a:t>
            </a:r>
            <a:r>
              <a:rPr lang="en-US" sz="2000" dirty="0"/>
              <a:t> de </a:t>
            </a:r>
            <a:r>
              <a:rPr lang="en-US" sz="2000" dirty="0" err="1"/>
              <a:t>zgomot</a:t>
            </a:r>
            <a:r>
              <a:rPr lang="en-US" sz="2000" dirty="0"/>
              <a:t>.</a:t>
            </a:r>
            <a:endParaRPr lang="en-US" altLang="en-US" sz="2000" dirty="0"/>
          </a:p>
          <a:p>
            <a:pPr lvl="1" eaLnBrk="1" hangingPunct="1"/>
            <a:r>
              <a:rPr lang="ro-RO" altLang="en-US" sz="2000" dirty="0"/>
              <a:t>Subproblema 3: Evaluarea eficienței acestora (WER, CER, SNR)</a:t>
            </a:r>
            <a:endParaRPr lang="en-US" altLang="en-US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1C1DBA0-2CCD-295C-B4F4-A46DE37E0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 wrap="square" anchor="b">
            <a:normAutofit/>
          </a:bodyPr>
          <a:lstStyle/>
          <a:p>
            <a:pPr eaLnBrk="1" hangingPunct="1"/>
            <a:r>
              <a:rPr lang="en-US" altLang="en-US"/>
              <a:t>2. Suport teoretic si implementare –schema bloc</a:t>
            </a:r>
            <a:endParaRPr lang="ru-RU" altLang="en-US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597AB3C-E214-2B51-69B3-DEE1D950B0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469192"/>
              </p:ext>
            </p:extLst>
          </p:nvPr>
        </p:nvGraphicFramePr>
        <p:xfrm>
          <a:off x="685800" y="2008569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AE1F585-88DF-1A0D-1BC4-066DD01A6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 wrap="square" anchor="b">
            <a:normAutofit/>
          </a:bodyPr>
          <a:lstStyle/>
          <a:p>
            <a:pPr eaLnBrk="1" hangingPunct="1"/>
            <a:r>
              <a:rPr lang="en-US" altLang="en-US" dirty="0"/>
              <a:t>2.1. </a:t>
            </a:r>
            <a:r>
              <a:rPr lang="ro-RO" altLang="en-US" dirty="0"/>
              <a:t>Setul de date</a:t>
            </a:r>
            <a:endParaRPr lang="ru-RU" altLang="en-US" dirty="0"/>
          </a:p>
        </p:txBody>
      </p:sp>
      <p:graphicFrame>
        <p:nvGraphicFramePr>
          <p:cNvPr id="6149" name="Rectangle 3">
            <a:extLst>
              <a:ext uri="{FF2B5EF4-FFF2-40B4-BE49-F238E27FC236}">
                <a16:creationId xmlns:a16="http://schemas.microsoft.com/office/drawing/2014/main" id="{31A5B5B5-55CA-B5D1-194B-E0E7FA5DC3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2340344"/>
              </p:ext>
            </p:extLst>
          </p:nvPr>
        </p:nvGraphicFramePr>
        <p:xfrm>
          <a:off x="1182688" y="2017713"/>
          <a:ext cx="77724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0D92265-FBBA-123D-BD8C-36555B67C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 wrap="square" anchor="b">
            <a:normAutofit/>
          </a:bodyPr>
          <a:lstStyle/>
          <a:p>
            <a:pPr eaLnBrk="1" hangingPunct="1"/>
            <a:r>
              <a:rPr lang="en-US" altLang="en-US" dirty="0"/>
              <a:t>2.2. </a:t>
            </a:r>
            <a:r>
              <a:rPr lang="en-US" altLang="en-US" dirty="0" err="1"/>
              <a:t>Conversie</a:t>
            </a:r>
            <a:r>
              <a:rPr lang="en-US" altLang="en-US" dirty="0"/>
              <a:t> mono</a:t>
            </a:r>
            <a:endParaRPr lang="ru-RU" altLang="en-US" dirty="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8B2E82A-DEC0-73C2-4391-3612400668F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61480" y="2182305"/>
            <a:ext cx="3810000" cy="4114800"/>
          </a:xfrm>
        </p:spPr>
        <p:txBody>
          <a:bodyPr wrap="square" anchor="t">
            <a:normAutofit/>
          </a:bodyPr>
          <a:lstStyle/>
          <a:p>
            <a:pPr lvl="1" eaLnBrk="1" hangingPunct="1">
              <a:lnSpc>
                <a:spcPct val="90000"/>
              </a:lnSpc>
            </a:pPr>
            <a:r>
              <a:rPr lang="it-IT" sz="2200" dirty="0"/>
              <a:t> </a:t>
            </a:r>
            <a:r>
              <a:rPr lang="it-IT" sz="2200" dirty="0" err="1"/>
              <a:t>Conversia</a:t>
            </a:r>
            <a:r>
              <a:rPr lang="it-IT" sz="2200" dirty="0"/>
              <a:t> la </a:t>
            </a:r>
            <a:r>
              <a:rPr lang="it-IT" sz="2200" b="1" dirty="0"/>
              <a:t>mono</a:t>
            </a:r>
            <a:r>
              <a:rPr lang="it-IT" sz="2200" dirty="0"/>
              <a:t> </a:t>
            </a:r>
            <a:r>
              <a:rPr lang="it-IT" sz="2200" dirty="0" err="1"/>
              <a:t>înseamnă</a:t>
            </a:r>
            <a:r>
              <a:rPr lang="it-IT" sz="2200" dirty="0"/>
              <a:t> </a:t>
            </a:r>
            <a:r>
              <a:rPr lang="it-IT" sz="2200" dirty="0" err="1"/>
              <a:t>transformarea</a:t>
            </a:r>
            <a:r>
              <a:rPr lang="it-IT" sz="2200" dirty="0"/>
              <a:t> </a:t>
            </a:r>
            <a:r>
              <a:rPr lang="it-IT" sz="2200" dirty="0" err="1"/>
              <a:t>unui</a:t>
            </a:r>
            <a:r>
              <a:rPr lang="it-IT" sz="2200" dirty="0"/>
              <a:t> </a:t>
            </a:r>
            <a:r>
              <a:rPr lang="it-IT" sz="2200" dirty="0" err="1"/>
              <a:t>semnal</a:t>
            </a:r>
            <a:r>
              <a:rPr lang="it-IT" sz="2200" dirty="0"/>
              <a:t> audio care are </a:t>
            </a:r>
            <a:r>
              <a:rPr lang="it-IT" sz="2200" b="1" dirty="0"/>
              <a:t>mai multe canale</a:t>
            </a:r>
            <a:r>
              <a:rPr lang="it-IT" sz="2200" dirty="0"/>
              <a:t> (de </a:t>
            </a:r>
            <a:r>
              <a:rPr lang="it-IT" sz="2200" dirty="0" err="1"/>
              <a:t>obicei</a:t>
            </a:r>
            <a:r>
              <a:rPr lang="it-IT" sz="2200" dirty="0"/>
              <a:t> 2 – stereo) </a:t>
            </a:r>
            <a:r>
              <a:rPr lang="it-IT" sz="2200" dirty="0" err="1"/>
              <a:t>într</a:t>
            </a:r>
            <a:r>
              <a:rPr lang="it-IT" sz="2200" dirty="0"/>
              <a:t>-un </a:t>
            </a:r>
            <a:r>
              <a:rPr lang="it-IT" sz="2200" dirty="0" err="1"/>
              <a:t>singur</a:t>
            </a:r>
            <a:r>
              <a:rPr lang="it-IT" sz="2200" dirty="0"/>
              <a:t> canal audio (mono).</a:t>
            </a:r>
          </a:p>
          <a:p>
            <a:pPr lvl="1" eaLnBrk="1" hangingPunct="1">
              <a:lnSpc>
                <a:spcPct val="90000"/>
              </a:lnSpc>
            </a:pPr>
            <a:r>
              <a:rPr lang="it-IT" sz="2200" dirty="0"/>
              <a:t>Se reduce </a:t>
            </a:r>
            <a:r>
              <a:rPr lang="it-IT" sz="2200" dirty="0" err="1"/>
              <a:t>dimensiunea</a:t>
            </a:r>
            <a:r>
              <a:rPr lang="it-IT" sz="2200" dirty="0"/>
              <a:t> </a:t>
            </a:r>
            <a:r>
              <a:rPr lang="it-IT" sz="2200" dirty="0" err="1"/>
              <a:t>datelor</a:t>
            </a:r>
            <a:r>
              <a:rPr lang="ro-RO" sz="2200" dirty="0"/>
              <a:t> și se </a:t>
            </a:r>
            <a:r>
              <a:rPr lang="it-IT" altLang="en-US" sz="2200" dirty="0" err="1"/>
              <a:t>asigur</a:t>
            </a:r>
            <a:r>
              <a:rPr lang="ro-RO" altLang="en-US" sz="2200" dirty="0"/>
              <a:t>ă </a:t>
            </a:r>
            <a:r>
              <a:rPr lang="it-IT" altLang="en-US" sz="2200" dirty="0" err="1"/>
              <a:t>compatibilitatea</a:t>
            </a:r>
            <a:r>
              <a:rPr lang="it-IT" altLang="en-US" sz="2200" dirty="0"/>
              <a:t> cu </a:t>
            </a:r>
            <a:r>
              <a:rPr lang="it-IT" altLang="en-US" sz="2200" dirty="0" err="1"/>
              <a:t>modelul</a:t>
            </a:r>
            <a:r>
              <a:rPr lang="it-IT" altLang="en-US" sz="2200" dirty="0"/>
              <a:t> </a:t>
            </a:r>
            <a:r>
              <a:rPr lang="it-IT" altLang="en-US" sz="2200" dirty="0" err="1"/>
              <a:t>pre-antrenat</a:t>
            </a:r>
            <a:r>
              <a:rPr lang="it-IT" altLang="en-US" sz="2200" dirty="0"/>
              <a:t> </a:t>
            </a:r>
            <a:endParaRPr lang="en-US" altLang="en-US" sz="2200" dirty="0"/>
          </a:p>
        </p:txBody>
      </p:sp>
      <p:pic>
        <p:nvPicPr>
          <p:cNvPr id="3" name="Picture 2" descr="A diagram of a sound wave&#10;&#10;AI-generated content may be incorrect.">
            <a:extLst>
              <a:ext uri="{FF2B5EF4-FFF2-40B4-BE49-F238E27FC236}">
                <a16:creationId xmlns:a16="http://schemas.microsoft.com/office/drawing/2014/main" id="{0EA9A2CA-0124-217D-BACF-51507B2ED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520" y="2496440"/>
            <a:ext cx="3810000" cy="28098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F9F3956-670B-BF71-BAA9-9FCED9626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2.</a:t>
            </a:r>
            <a:r>
              <a:rPr lang="ro-RO" altLang="en-US" dirty="0"/>
              <a:t>3</a:t>
            </a:r>
            <a:r>
              <a:rPr lang="en-US" altLang="en-US" dirty="0"/>
              <a:t>. </a:t>
            </a:r>
            <a:r>
              <a:rPr lang="ro-RO" altLang="en-US" dirty="0"/>
              <a:t>Filtrarea</a:t>
            </a:r>
            <a:endParaRPr lang="ru-RU" altLang="en-US" dirty="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B89110-5214-BA49-840E-662D1CE9FD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marL="971550" lvl="1" indent="-514350" eaLnBrk="1" hangingPunct="1">
              <a:buFont typeface="Wingdings" panose="05000000000000000000" pitchFamily="2" charset="2"/>
              <a:buAutoNum type="alphaUcPeriod"/>
            </a:pPr>
            <a:r>
              <a:rPr lang="ro-RO" altLang="en-US"/>
              <a:t>Metoda Noisereduce</a:t>
            </a:r>
          </a:p>
          <a:p>
            <a:pPr marL="457200" lvl="1" indent="0" eaLnBrk="1" hangingPunct="1">
              <a:buNone/>
            </a:pPr>
            <a:r>
              <a:rPr lang="ro-RO" sz="200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 </a:t>
            </a:r>
            <a:r>
              <a:rPr lang="it-IT" sz="200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Noisereduce este o bibliotecă Python care implementează o tehnică de reducere a zgomotului bazată pe estimarea spectrului zgomotului și pe aplicarea unui filtru spectral adaptiv. Spre deosebire de filtrarea simplă, această metodă analizează întregul semnal pentru a separa componentele considerate zgomot de cele ale semnalului vocal.</a:t>
            </a:r>
            <a:endParaRPr lang="en-US" altLang="en-US" sz="20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4909543-86A4-CB5F-A0EC-7F7FC7D020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7629581"/>
              </p:ext>
            </p:extLst>
          </p:nvPr>
        </p:nvGraphicFramePr>
        <p:xfrm>
          <a:off x="399320" y="2711704"/>
          <a:ext cx="8461248" cy="5060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929B-59DF-053D-45E6-D4264466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2.3. Filtrarea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4C1D3-AF98-7409-908B-20EF0EE4D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928" y="2036001"/>
            <a:ext cx="7772400" cy="4114800"/>
          </a:xfrm>
        </p:spPr>
        <p:txBody>
          <a:bodyPr/>
          <a:lstStyle/>
          <a:p>
            <a:pPr marL="514350" indent="-514350">
              <a:buAutoNum type="alphaUcPeriod" startAt="2"/>
            </a:pPr>
            <a:r>
              <a:rPr lang="ro-RO" dirty="0"/>
              <a:t>Metoda Lowpass</a:t>
            </a:r>
          </a:p>
          <a:p>
            <a:pPr marL="0" indent="0">
              <a:buNone/>
            </a:pP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Filtrul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trece-jos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este un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sistem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LTI (linear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și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invariant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în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timp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) care are ca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scop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atenuarea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frecvențelor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aflate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peste o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anumită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valoare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de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prag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denumită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frecvență</a:t>
            </a:r>
            <a:r>
              <a:rPr lang="it-IT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de </a:t>
            </a:r>
            <a:r>
              <a:rPr lang="it-IT" sz="20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tăiere</a:t>
            </a: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 </a:t>
            </a:r>
            <a:r>
              <a:rPr lang="it-IT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În</a:t>
            </a: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acest</a:t>
            </a: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proiect</a:t>
            </a: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a </a:t>
            </a:r>
            <a:r>
              <a:rPr lang="it-IT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fost</a:t>
            </a: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utilizat</a:t>
            </a: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un </a:t>
            </a:r>
            <a:r>
              <a:rPr lang="it-IT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filtru</a:t>
            </a: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Butterworth de </a:t>
            </a:r>
            <a:r>
              <a:rPr lang="it-IT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ordinul</a:t>
            </a: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6, cu o </a:t>
            </a:r>
            <a:r>
              <a:rPr lang="it-IT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frecvență</a:t>
            </a: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de </a:t>
            </a:r>
            <a:r>
              <a:rPr lang="it-IT" sz="18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tăiere</a:t>
            </a:r>
            <a:r>
              <a:rPr lang="it-IT" sz="18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de 4000 Hz.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305A3C-79D3-D465-EA7F-597FA02FC8E3}"/>
                  </a:ext>
                </a:extLst>
              </p:cNvPr>
              <p:cNvSpPr txBox="1"/>
              <p:nvPr/>
            </p:nvSpPr>
            <p:spPr>
              <a:xfrm>
                <a:off x="554672" y="4102545"/>
                <a:ext cx="7216555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305A3C-79D3-D465-EA7F-597FA02FC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72" y="4102545"/>
                <a:ext cx="7216555" cy="553998"/>
              </a:xfrm>
              <a:prstGeom prst="rect">
                <a:avLst/>
              </a:prstGeom>
              <a:blipFill>
                <a:blip r:embed="rId2"/>
                <a:stretch>
                  <a:fillRect l="-2027" t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9B4290-C242-DE26-30E6-DA8B2B79CBA6}"/>
                  </a:ext>
                </a:extLst>
              </p:cNvPr>
              <p:cNvSpPr txBox="1"/>
              <p:nvPr/>
            </p:nvSpPr>
            <p:spPr>
              <a:xfrm>
                <a:off x="2406184" y="3987353"/>
                <a:ext cx="3934154" cy="784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it-IT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9B4290-C242-DE26-30E6-DA8B2B79C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184" y="3987353"/>
                <a:ext cx="3934154" cy="7843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6FC0CC8-D6ED-662E-E7F0-1AA8E73EAAE0}"/>
              </a:ext>
            </a:extLst>
          </p:cNvPr>
          <p:cNvSpPr txBox="1"/>
          <p:nvPr/>
        </p:nvSpPr>
        <p:spPr>
          <a:xfrm>
            <a:off x="2428018" y="4963825"/>
            <a:ext cx="4762712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algn="just">
              <a:lnSpc>
                <a:spcPct val="115000"/>
              </a:lnSpc>
              <a:buNone/>
            </a:pPr>
            <a:r>
              <a:rPr lang="it-IT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x[n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] este </a:t>
            </a:r>
            <a:r>
              <a:rPr lang="it-IT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semnalul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de </a:t>
            </a:r>
            <a:r>
              <a:rPr lang="it-IT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intrare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(</a:t>
            </a:r>
            <a:r>
              <a:rPr lang="it-IT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nescurtat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),</a:t>
            </a:r>
            <a:endParaRPr lang="en-US" sz="1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228600" marR="0" algn="just">
              <a:lnSpc>
                <a:spcPct val="115000"/>
              </a:lnSpc>
              <a:buNone/>
            </a:pPr>
            <a:r>
              <a:rPr lang="fr-FR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y[n]</a:t>
            </a:r>
            <a:r>
              <a:rPr lang="fr-FR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este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semnalul</a:t>
            </a:r>
            <a:r>
              <a:rPr lang="fr-FR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de </a:t>
            </a:r>
            <a:r>
              <a:rPr lang="fr-FR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ieșire</a:t>
            </a:r>
            <a:r>
              <a:rPr lang="fr-FR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(filtrat)</a:t>
            </a:r>
            <a:endParaRPr lang="en-US" sz="1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228600" marR="0" algn="just">
              <a:lnSpc>
                <a:spcPct val="115000"/>
              </a:lnSpc>
              <a:buNone/>
            </a:pPr>
            <a:r>
              <a:rPr lang="en-US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bk</a:t>
            </a:r>
            <a:r>
              <a:rPr lang="en-US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sunt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coeficienții</a:t>
            </a:r>
            <a:r>
              <a:rPr lang="en-US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părții</a:t>
            </a:r>
            <a:r>
              <a:rPr lang="en-US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numeratoare</a:t>
            </a:r>
            <a:r>
              <a:rPr lang="en-US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(feedforward)</a:t>
            </a:r>
          </a:p>
          <a:p>
            <a:pPr marL="228600" marR="0" algn="just">
              <a:lnSpc>
                <a:spcPct val="115000"/>
              </a:lnSpc>
              <a:buNone/>
            </a:pPr>
            <a:r>
              <a:rPr lang="en-US" sz="1400" b="1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ak</a:t>
            </a:r>
            <a:r>
              <a:rPr lang="en-US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sunt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coeficienții</a:t>
            </a:r>
            <a:r>
              <a:rPr lang="en-US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părții</a:t>
            </a:r>
            <a:r>
              <a:rPr lang="en-US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numitor</a:t>
            </a:r>
            <a:r>
              <a:rPr lang="en-US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(feedback)</a:t>
            </a:r>
          </a:p>
          <a:p>
            <a:pPr marL="228600" marR="0" algn="just">
              <a:lnSpc>
                <a:spcPct val="115000"/>
              </a:lnSpc>
              <a:buNone/>
            </a:pPr>
            <a:r>
              <a:rPr lang="it-IT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este </a:t>
            </a:r>
            <a:r>
              <a:rPr lang="it-IT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ordinul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numerătorului</a:t>
            </a:r>
            <a:endParaRPr lang="en-US" sz="1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buNone/>
            </a:pPr>
            <a:r>
              <a:rPr lang="ro-RO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    </a:t>
            </a:r>
            <a:r>
              <a:rPr lang="it-IT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este </a:t>
            </a:r>
            <a:r>
              <a:rPr lang="it-IT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ordinul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numitorului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(</a:t>
            </a:r>
            <a:r>
              <a:rPr lang="it-IT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ordinul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it-IT" sz="1400" dirty="0" err="1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filtrului</a:t>
            </a:r>
            <a:r>
              <a:rPr lang="it-IT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0590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0B1B6-F56A-D7FF-B656-938C53C5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2.3. Filtrarea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B4648-1460-90C1-C32E-7B517078F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18297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ro-RO" sz="2000" dirty="0"/>
              <a:t>C.  </a:t>
            </a:r>
            <a:r>
              <a:rPr lang="ro-RO" dirty="0"/>
              <a:t>Metoda spectralgate</a:t>
            </a:r>
          </a:p>
          <a:p>
            <a:r>
              <a:rPr lang="en-US" sz="2000" dirty="0" err="1"/>
              <a:t>Atât</a:t>
            </a:r>
            <a:r>
              <a:rPr lang="en-US" sz="2000" dirty="0"/>
              <a:t> </a:t>
            </a:r>
            <a:r>
              <a:rPr lang="en-US" sz="2000" dirty="0" err="1"/>
              <a:t>metoda</a:t>
            </a:r>
            <a:r>
              <a:rPr lang="en-US" sz="2000" dirty="0"/>
              <a:t> spectral gating, </a:t>
            </a:r>
            <a:r>
              <a:rPr lang="en-US" sz="2000" dirty="0" err="1"/>
              <a:t>cât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noisereduce</a:t>
            </a:r>
            <a:r>
              <a:rPr lang="en-US" sz="2000" dirty="0"/>
              <a:t> </a:t>
            </a:r>
            <a:r>
              <a:rPr lang="en-US" sz="2000" dirty="0" err="1"/>
              <a:t>urmează</a:t>
            </a:r>
            <a:r>
              <a:rPr lang="en-US" sz="2000" dirty="0"/>
              <a:t> </a:t>
            </a:r>
            <a:r>
              <a:rPr lang="en-US" sz="2000" dirty="0" err="1"/>
              <a:t>același</a:t>
            </a:r>
            <a:r>
              <a:rPr lang="en-US" sz="2000" dirty="0"/>
              <a:t> flux de </a:t>
            </a:r>
            <a:r>
              <a:rPr lang="en-US" sz="2000" dirty="0" err="1"/>
              <a:t>prelucrare</a:t>
            </a:r>
            <a:endParaRPr lang="ro-RO" sz="2000" dirty="0"/>
          </a:p>
          <a:p>
            <a:r>
              <a:rPr lang="ro-RO" sz="2000" dirty="0"/>
              <a:t>S</a:t>
            </a:r>
            <a:r>
              <a:rPr lang="en-US" sz="2000" dirty="0" err="1"/>
              <a:t>pectral</a:t>
            </a:r>
            <a:r>
              <a:rPr lang="en-US" sz="2000" dirty="0"/>
              <a:t> gating </a:t>
            </a:r>
            <a:r>
              <a:rPr lang="en-US" sz="2000" dirty="0" err="1"/>
              <a:t>utilizează</a:t>
            </a:r>
            <a:r>
              <a:rPr lang="en-US" sz="2000" dirty="0"/>
              <a:t> explicit un segment </a:t>
            </a:r>
            <a:r>
              <a:rPr lang="en-US" sz="2000" dirty="0" err="1"/>
              <a:t>liniștit</a:t>
            </a:r>
            <a:r>
              <a:rPr lang="en-US" sz="2000" dirty="0"/>
              <a:t> </a:t>
            </a:r>
            <a:r>
              <a:rPr lang="en-US" sz="2000" dirty="0" err="1"/>
              <a:t>selectat</a:t>
            </a:r>
            <a:r>
              <a:rPr lang="en-US" sz="2000" dirty="0"/>
              <a:t> din </a:t>
            </a:r>
            <a:r>
              <a:rPr lang="en-US" sz="2000" dirty="0" err="1"/>
              <a:t>semnal</a:t>
            </a:r>
            <a:r>
              <a:rPr lang="en-US" sz="2000" dirty="0"/>
              <a:t> ca </a:t>
            </a:r>
            <a:r>
              <a:rPr lang="en-US" sz="2000" dirty="0" err="1"/>
              <a:t>referință</a:t>
            </a:r>
            <a:r>
              <a:rPr lang="en-US" sz="2000" dirty="0"/>
              <a:t>,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timp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</a:t>
            </a:r>
            <a:r>
              <a:rPr lang="en-US" sz="2000" dirty="0" err="1"/>
              <a:t>noisereduce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</a:t>
            </a:r>
            <a:r>
              <a:rPr lang="en-US" sz="2000" dirty="0" err="1"/>
              <a:t>realiza</a:t>
            </a:r>
            <a:r>
              <a:rPr lang="en-US" sz="2000" dirty="0"/>
              <a:t> </a:t>
            </a:r>
            <a:r>
              <a:rPr lang="en-US" sz="2000" dirty="0" err="1"/>
              <a:t>această</a:t>
            </a:r>
            <a:r>
              <a:rPr lang="en-US" sz="2000" dirty="0"/>
              <a:t> </a:t>
            </a:r>
            <a:r>
              <a:rPr lang="en-US" sz="2000" dirty="0" err="1"/>
              <a:t>estimare</a:t>
            </a:r>
            <a:r>
              <a:rPr lang="en-US" sz="2000" dirty="0"/>
              <a:t> automat, </a:t>
            </a:r>
            <a:r>
              <a:rPr lang="en-US" sz="2000" dirty="0" err="1"/>
              <a:t>fără</a:t>
            </a:r>
            <a:r>
              <a:rPr lang="en-US" sz="2000" dirty="0"/>
              <a:t> o </a:t>
            </a:r>
            <a:r>
              <a:rPr lang="en-US" sz="2000" dirty="0" err="1"/>
              <a:t>porțiune</a:t>
            </a:r>
            <a:r>
              <a:rPr lang="en-US" sz="2000" dirty="0"/>
              <a:t> </a:t>
            </a:r>
            <a:r>
              <a:rPr lang="en-US" sz="2000" dirty="0" err="1"/>
              <a:t>definită</a:t>
            </a:r>
            <a:r>
              <a:rPr lang="en-US" sz="2000" dirty="0"/>
              <a:t> de </a:t>
            </a:r>
            <a:r>
              <a:rPr lang="en-US" sz="2000" dirty="0" err="1"/>
              <a:t>zgomot</a:t>
            </a:r>
            <a:endParaRPr lang="ro-RO" sz="2000" dirty="0"/>
          </a:p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AE3B3E6-5CF7-C1FC-161C-3D95B4D487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3526172"/>
              </p:ext>
            </p:extLst>
          </p:nvPr>
        </p:nvGraphicFramePr>
        <p:xfrm>
          <a:off x="1386872" y="3630168"/>
          <a:ext cx="6239224" cy="3611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360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54A1-9575-94CE-AFFE-FE793BB2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466662"/>
            <a:ext cx="8229600" cy="1143000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o-RO" sz="3700" dirty="0"/>
              <a:t>2.4. Model pre-antrenat </a:t>
            </a:r>
            <a:r>
              <a:rPr lang="en-US" sz="3700" dirty="0">
                <a:effectLst/>
              </a:rPr>
              <a:t>Wav2Vec 2.0 </a:t>
            </a:r>
            <a:endParaRPr lang="en-US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38A6-7CE1-DF18-A005-F40D4C3A8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 anchor="t">
            <a:normAutofit/>
          </a:bodyPr>
          <a:lstStyle/>
          <a:p>
            <a:r>
              <a:rPr lang="ro-RO"/>
              <a:t>A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fost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utilizat</a:t>
            </a:r>
            <a:r>
              <a:rPr lang="en-US">
                <a:effectLst/>
              </a:rPr>
              <a:t> </a:t>
            </a:r>
            <a:r>
              <a:rPr lang="en-US" err="1">
                <a:effectLst/>
              </a:rPr>
              <a:t>modelul</a:t>
            </a:r>
            <a:r>
              <a:rPr lang="en-US">
                <a:effectLst/>
              </a:rPr>
              <a:t> Wav2Vec 2.0 </a:t>
            </a:r>
            <a:r>
              <a:rPr lang="en-US" err="1">
                <a:effectLst/>
              </a:rPr>
              <a:t>dezvoltat</a:t>
            </a:r>
            <a:r>
              <a:rPr lang="en-US">
                <a:effectLst/>
              </a:rPr>
              <a:t> de Facebook AI</a:t>
            </a:r>
            <a:endParaRPr lang="ro-RO">
              <a:effectLst/>
            </a:endParaRPr>
          </a:p>
          <a:p>
            <a:r>
              <a:rPr lang="en-US" err="1"/>
              <a:t>Bazat</a:t>
            </a:r>
            <a:r>
              <a:rPr lang="en-US"/>
              <a:t> pe </a:t>
            </a:r>
            <a:r>
              <a:rPr lang="en-US" b="1"/>
              <a:t>transformers</a:t>
            </a:r>
            <a:r>
              <a:rPr lang="en-US"/>
              <a:t> </a:t>
            </a:r>
          </a:p>
          <a:p>
            <a:r>
              <a:rPr lang="en-US" err="1"/>
              <a:t>Preantrenat</a:t>
            </a:r>
            <a:r>
              <a:rPr lang="en-US"/>
              <a:t> pe </a:t>
            </a:r>
            <a:r>
              <a:rPr lang="en-US" b="1"/>
              <a:t>960 de ore</a:t>
            </a:r>
            <a:r>
              <a:rPr lang="en-US"/>
              <a:t> de </a:t>
            </a:r>
            <a:r>
              <a:rPr lang="en-US" err="1"/>
              <a:t>vorbire</a:t>
            </a:r>
            <a:r>
              <a:rPr lang="en-US"/>
              <a:t> din </a:t>
            </a:r>
            <a:r>
              <a:rPr lang="en-US" err="1"/>
              <a:t>corpusul</a:t>
            </a:r>
            <a:r>
              <a:rPr lang="en-US"/>
              <a:t> </a:t>
            </a:r>
            <a:r>
              <a:rPr lang="en-US" b="1" err="1"/>
              <a:t>LibriSpeech</a:t>
            </a:r>
            <a:endParaRPr lang="en-US"/>
          </a:p>
          <a:p>
            <a:r>
              <a:rPr lang="en-US" err="1"/>
              <a:t>Acceptă</a:t>
            </a:r>
            <a:r>
              <a:rPr lang="en-US"/>
              <a:t> </a:t>
            </a:r>
            <a:r>
              <a:rPr lang="en-US" err="1"/>
              <a:t>semnal</a:t>
            </a:r>
            <a:r>
              <a:rPr lang="en-US"/>
              <a:t> audio la </a:t>
            </a:r>
            <a:r>
              <a:rPr lang="en-US" b="1"/>
              <a:t>16 kHz, mono</a:t>
            </a:r>
            <a:endParaRPr lang="en-US"/>
          </a:p>
          <a:p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9A18DC9-0B6D-1BBE-96AD-289692976F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2804757"/>
              </p:ext>
            </p:extLst>
          </p:nvPr>
        </p:nvGraphicFramePr>
        <p:xfrm>
          <a:off x="4645025" y="2174875"/>
          <a:ext cx="4041775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4545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D23F6DE-B353-21C9-84FF-76B929C26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3856" y="466662"/>
            <a:ext cx="8229600" cy="1143000"/>
          </a:xfrm>
        </p:spPr>
        <p:txBody>
          <a:bodyPr wrap="square" anchor="b">
            <a:normAutofit/>
          </a:bodyPr>
          <a:lstStyle/>
          <a:p>
            <a:pPr eaLnBrk="1" hangingPunct="1"/>
            <a:r>
              <a:rPr lang="en-US" altLang="en-US" dirty="0"/>
              <a:t>3. </a:t>
            </a:r>
            <a:r>
              <a:rPr lang="en-US" altLang="en-US" dirty="0" err="1"/>
              <a:t>Performan</a:t>
            </a:r>
            <a:r>
              <a:rPr lang="ro-RO" altLang="en-US" dirty="0"/>
              <a:t>ț</a:t>
            </a:r>
            <a:r>
              <a:rPr lang="en-US" altLang="en-US" dirty="0"/>
              <a:t>e</a:t>
            </a:r>
            <a:endParaRPr lang="ru-RU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9CA7E40-0ED2-04DF-0368-1479DBB521D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b="1" dirty="0"/>
              <a:t>1. WER – Word Error Rate</a:t>
            </a:r>
          </a:p>
          <a:p>
            <a:pPr>
              <a:lnSpc>
                <a:spcPct val="90000"/>
              </a:lnSpc>
            </a:pPr>
            <a:r>
              <a:rPr lang="en-US" err="1"/>
              <a:t>Măsoară</a:t>
            </a:r>
            <a:r>
              <a:rPr lang="ro-RO"/>
              <a:t> procentul de eroare per cuvânt</a:t>
            </a:r>
          </a:p>
          <a:p>
            <a:pPr>
              <a:lnSpc>
                <a:spcPct val="90000"/>
              </a:lnSpc>
            </a:pPr>
            <a:r>
              <a:rPr lang="ro-RO" altLang="en-US"/>
              <a:t>Are valori cuprinse între 0.2 și aproximativ 0.35</a:t>
            </a:r>
          </a:p>
          <a:p>
            <a:pPr>
              <a:lnSpc>
                <a:spcPct val="90000"/>
              </a:lnSpc>
            </a:pPr>
            <a:r>
              <a:rPr lang="ro-RO" altLang="en-US"/>
              <a:t>Cea mai bună performanță a fost obținută prin aplicarea filtrului trece-jos</a:t>
            </a:r>
            <a:endParaRPr lang="en-US" altLang="en-US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07D2CB-C736-6A10-7548-5988DFADC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061551"/>
              </p:ext>
            </p:extLst>
          </p:nvPr>
        </p:nvGraphicFramePr>
        <p:xfrm>
          <a:off x="4645025" y="2361113"/>
          <a:ext cx="4041776" cy="3578814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409783">
                  <a:extLst>
                    <a:ext uri="{9D8B030D-6E8A-4147-A177-3AD203B41FA5}">
                      <a16:colId xmlns:a16="http://schemas.microsoft.com/office/drawing/2014/main" val="2537436373"/>
                    </a:ext>
                  </a:extLst>
                </a:gridCol>
                <a:gridCol w="1631993">
                  <a:extLst>
                    <a:ext uri="{9D8B030D-6E8A-4147-A177-3AD203B41FA5}">
                      <a16:colId xmlns:a16="http://schemas.microsoft.com/office/drawing/2014/main" val="34566189"/>
                    </a:ext>
                  </a:extLst>
                </a:gridCol>
              </a:tblGrid>
              <a:tr h="953652">
                <a:tc>
                  <a:txBody>
                    <a:bodyPr/>
                    <a:lstStyle/>
                    <a:p>
                      <a:r>
                        <a:rPr lang="ro-RO" sz="2800" b="0" cap="all" spc="150">
                          <a:solidFill>
                            <a:schemeClr val="lt1"/>
                          </a:solidFill>
                        </a:rPr>
                        <a:t>Metodă</a:t>
                      </a:r>
                      <a:endParaRPr lang="en-US" sz="2800" b="0" cap="all" spc="150">
                        <a:solidFill>
                          <a:schemeClr val="lt1"/>
                        </a:solidFill>
                      </a:endParaRPr>
                    </a:p>
                  </a:txBody>
                  <a:tcPr marL="235793" marR="235793" marT="235793" marB="23579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2800" b="0" cap="all" spc="150">
                          <a:solidFill>
                            <a:schemeClr val="lt1"/>
                          </a:solidFill>
                        </a:rPr>
                        <a:t>WER</a:t>
                      </a:r>
                      <a:endParaRPr lang="en-US" sz="2800" b="0" cap="all" spc="150">
                        <a:solidFill>
                          <a:schemeClr val="lt1"/>
                        </a:solidFill>
                      </a:endParaRPr>
                    </a:p>
                  </a:txBody>
                  <a:tcPr marL="235793" marR="235793" marT="235793" marB="23579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45339"/>
                  </a:ext>
                </a:extLst>
              </a:tr>
              <a:tr h="875054">
                <a:tc>
                  <a:txBody>
                    <a:bodyPr/>
                    <a:lstStyle/>
                    <a:p>
                      <a:r>
                        <a:rPr lang="ro-RO" sz="2200" cap="none" spc="0">
                          <a:solidFill>
                            <a:schemeClr val="tx1"/>
                          </a:solidFill>
                        </a:rPr>
                        <a:t>noisereduce</a:t>
                      </a:r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35793" marR="235793" marT="235793" marB="2357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2200" cap="none" spc="0">
                          <a:solidFill>
                            <a:schemeClr val="tx1"/>
                          </a:solidFill>
                        </a:rPr>
                        <a:t>0.30</a:t>
                      </a:r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35793" marR="235793" marT="235793" marB="2357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965914"/>
                  </a:ext>
                </a:extLst>
              </a:tr>
              <a:tr h="875054">
                <a:tc>
                  <a:txBody>
                    <a:bodyPr/>
                    <a:lstStyle/>
                    <a:p>
                      <a:r>
                        <a:rPr lang="ro-RO" sz="2200" cap="none" spc="0">
                          <a:solidFill>
                            <a:schemeClr val="tx1"/>
                          </a:solidFill>
                        </a:rPr>
                        <a:t>lowpass</a:t>
                      </a:r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35793" marR="235793" marT="235793" marB="2357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2200" cap="none" spc="0">
                          <a:solidFill>
                            <a:schemeClr val="tx1"/>
                          </a:solidFill>
                        </a:rPr>
                        <a:t>0.24</a:t>
                      </a:r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35793" marR="235793" marT="235793" marB="2357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021888"/>
                  </a:ext>
                </a:extLst>
              </a:tr>
              <a:tr h="875054">
                <a:tc>
                  <a:txBody>
                    <a:bodyPr/>
                    <a:lstStyle/>
                    <a:p>
                      <a:r>
                        <a:rPr lang="ro-RO" sz="2200" cap="none" spc="0">
                          <a:solidFill>
                            <a:schemeClr val="tx1"/>
                          </a:solidFill>
                        </a:rPr>
                        <a:t>spectralgate</a:t>
                      </a:r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35793" marR="235793" marT="235793" marB="2357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o-RO" sz="2200" cap="none" spc="0">
                          <a:solidFill>
                            <a:schemeClr val="tx1"/>
                          </a:solidFill>
                        </a:rPr>
                        <a:t>0.31</a:t>
                      </a:r>
                      <a:endParaRPr lang="en-US" sz="2200" cap="none" spc="0">
                        <a:solidFill>
                          <a:schemeClr val="tx1"/>
                        </a:solidFill>
                      </a:endParaRPr>
                    </a:p>
                  </a:txBody>
                  <a:tcPr marL="235793" marR="235793" marT="235793" marB="23579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8280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5CB2363-06E2-0DF8-B282-8149D875C5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3. </a:t>
            </a:r>
            <a:r>
              <a:rPr lang="en-US" altLang="en-US" dirty="0" err="1"/>
              <a:t>Performan</a:t>
            </a:r>
            <a:r>
              <a:rPr lang="ro-RO" altLang="en-US" dirty="0"/>
              <a:t>ț</a:t>
            </a:r>
            <a:r>
              <a:rPr lang="en-US" altLang="en-US" dirty="0"/>
              <a:t>e</a:t>
            </a:r>
            <a:endParaRPr lang="ru-RU" altLang="en-US" dirty="0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FACBA47-1CCD-F732-9F44-0F7F72CB51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ro-RO" altLang="en-US" sz="2400" b="1" dirty="0"/>
              <a:t>2. CER - Character Error Rate</a:t>
            </a:r>
          </a:p>
          <a:p>
            <a:pPr lvl="1" eaLnBrk="1" hangingPunct="1"/>
            <a:r>
              <a:rPr lang="ro-RO" altLang="en-US" sz="2400" dirty="0"/>
              <a:t>Măsoară procentul de eroare per caracter</a:t>
            </a:r>
          </a:p>
          <a:p>
            <a:pPr lvl="1" eaLnBrk="1" hangingPunct="1"/>
            <a:r>
              <a:rPr lang="ro-RO" altLang="en-US" sz="2400" dirty="0"/>
              <a:t>Oferă o evaluare mai fină decât WER</a:t>
            </a:r>
          </a:p>
          <a:p>
            <a:pPr lvl="1" eaLnBrk="1" hangingPunct="1"/>
            <a:r>
              <a:rPr lang="ro-RO" altLang="en-US" sz="2400" dirty="0"/>
              <a:t>Prezintă valori mai mici decât WER pentru fiecare metodă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ro-RO" altLang="en-US" sz="2400" b="1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400" b="1" dirty="0"/>
          </a:p>
          <a:p>
            <a:pPr lvl="1" eaLnBrk="1" hangingPunct="1"/>
            <a:endParaRPr lang="en-US" altLang="en-US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6096EEE-4EB1-3785-8666-F1A6045D9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791712"/>
              </p:ext>
            </p:extLst>
          </p:nvPr>
        </p:nvGraphicFramePr>
        <p:xfrm>
          <a:off x="1524000" y="4285456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01738565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42810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Metodă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CER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2408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noisereduce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0.12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263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lowpass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0.09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774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spectralgate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/>
                        <a:t>0.11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0153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EB4E4-4697-0909-6A9B-358F0E0A2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3. Performanțe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89BBE-8F9C-99BD-6997-4A72837DD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16" y="2017713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ro-RO" sz="2400" b="1" dirty="0"/>
              <a:t>3. SNR – raport semnal-zgomot</a:t>
            </a:r>
          </a:p>
          <a:p>
            <a:r>
              <a:rPr lang="ro-RO" sz="2400" dirty="0"/>
              <a:t>Reflectă calitatea acustică a semnalului</a:t>
            </a:r>
          </a:p>
          <a:p>
            <a:r>
              <a:rPr lang="ro-RO" sz="2400" dirty="0"/>
              <a:t>Este calculat atât pentru semnalul original, cu zgomot, cât și pentru semnalul filtrat</a:t>
            </a: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4991B1-F2B2-202D-5E1C-CADF94B11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226175"/>
              </p:ext>
            </p:extLst>
          </p:nvPr>
        </p:nvGraphicFramePr>
        <p:xfrm>
          <a:off x="755904" y="3941954"/>
          <a:ext cx="7427977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40330">
                  <a:extLst>
                    <a:ext uri="{9D8B030D-6E8A-4147-A177-3AD203B41FA5}">
                      <a16:colId xmlns:a16="http://schemas.microsoft.com/office/drawing/2014/main" val="2043153075"/>
                    </a:ext>
                  </a:extLst>
                </a:gridCol>
                <a:gridCol w="1862549">
                  <a:extLst>
                    <a:ext uri="{9D8B030D-6E8A-4147-A177-3AD203B41FA5}">
                      <a16:colId xmlns:a16="http://schemas.microsoft.com/office/drawing/2014/main" val="2173808412"/>
                    </a:ext>
                  </a:extLst>
                </a:gridCol>
                <a:gridCol w="1862549">
                  <a:extLst>
                    <a:ext uri="{9D8B030D-6E8A-4147-A177-3AD203B41FA5}">
                      <a16:colId xmlns:a16="http://schemas.microsoft.com/office/drawing/2014/main" val="2563071780"/>
                    </a:ext>
                  </a:extLst>
                </a:gridCol>
                <a:gridCol w="1862549">
                  <a:extLst>
                    <a:ext uri="{9D8B030D-6E8A-4147-A177-3AD203B41FA5}">
                      <a16:colId xmlns:a16="http://schemas.microsoft.com/office/drawing/2014/main" val="2421421561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SNR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130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/>
                        <a:t>Semnal original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Noisereduce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Spectralgate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00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399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963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35D6140-FDA1-FC84-7168-1DF7CA239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4. Demo</a:t>
            </a:r>
            <a:endParaRPr lang="ru-RU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E390875E-5C68-5831-ECF6-14F05D6F20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eaLnBrk="1" hangingPunct="1"/>
            <a:r>
              <a:rPr lang="ro-RO" altLang="en-US" sz="2200" dirty="0"/>
              <a:t>Transcrieri generate de lowpass</a:t>
            </a:r>
            <a:endParaRPr lang="en-US" altLang="en-US" sz="22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9C22B4-B854-E8C6-4ABA-FFD7B2ACB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620" y="2551352"/>
            <a:ext cx="5435879" cy="30354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864D771-7F90-95E2-124C-7A7185338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4. Demo</a:t>
            </a:r>
            <a:endParaRPr lang="ru-RU" alt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1AA6887-1059-AEA4-8FAF-DC90EAB61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535487"/>
          </a:xfrm>
        </p:spPr>
        <p:txBody>
          <a:bodyPr/>
          <a:lstStyle/>
          <a:p>
            <a:pPr eaLnBrk="1" hangingPunct="1"/>
            <a:r>
              <a:rPr lang="ro-RO" altLang="en-US" sz="2200" dirty="0"/>
              <a:t>Transcrieri generate de noisereduce si spectralgate</a:t>
            </a:r>
            <a:endParaRPr lang="en-US" alt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327980-0FBB-3472-BC13-38ACAE05AA1B}"/>
              </a:ext>
            </a:extLst>
          </p:cNvPr>
          <p:cNvSpPr txBox="1"/>
          <p:nvPr/>
        </p:nvSpPr>
        <p:spPr>
          <a:xfrm>
            <a:off x="304800" y="5129784"/>
            <a:ext cx="853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o-RO" dirty="0"/>
              <a:t>Se observă că modelul pre-antrenat alături de metodele de filtrare oferă transcrieri mai eficiente decât fișierele de referință din setul de date.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CF3A4D-637E-350F-4FBF-8BC444554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441448"/>
            <a:ext cx="4173953" cy="250853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9A60803-9BD2-458D-F018-B6BF517C0D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378" y="2441448"/>
            <a:ext cx="4304879" cy="24989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2896018-AF9D-93DA-24DC-DD5A59F45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5. </a:t>
            </a:r>
            <a:r>
              <a:rPr lang="ro-RO" altLang="en-US" dirty="0"/>
              <a:t>Î</a:t>
            </a:r>
            <a:r>
              <a:rPr lang="en-US" altLang="en-US" dirty="0" err="1"/>
              <a:t>ntreb</a:t>
            </a:r>
            <a:r>
              <a:rPr lang="ro-RO" altLang="en-US" dirty="0"/>
              <a:t>ă</a:t>
            </a:r>
            <a:r>
              <a:rPr lang="en-US" altLang="en-US" dirty="0" err="1"/>
              <a:t>ri</a:t>
            </a:r>
            <a:r>
              <a:rPr lang="en-US" altLang="en-US" dirty="0"/>
              <a:t> recapitulative</a:t>
            </a:r>
            <a:endParaRPr lang="ru-RU" altLang="en-US" dirty="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1440C63-7201-4EED-53C5-D1814D79C2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3687" y="2108200"/>
            <a:ext cx="8650288" cy="4535487"/>
          </a:xfrm>
        </p:spPr>
        <p:txBody>
          <a:bodyPr/>
          <a:lstStyle/>
          <a:p>
            <a:pPr eaLnBrk="1" hangingPunct="1">
              <a:buAutoNum type="arabicPeriod"/>
            </a:pPr>
            <a:r>
              <a:rPr lang="en-US" sz="2000" dirty="0"/>
              <a:t>Care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diferența</a:t>
            </a:r>
            <a:r>
              <a:rPr lang="en-US" sz="2000" dirty="0"/>
              <a:t> </a:t>
            </a:r>
            <a:r>
              <a:rPr lang="en-US" sz="2000" dirty="0" err="1"/>
              <a:t>dintre</a:t>
            </a:r>
            <a:r>
              <a:rPr lang="en-US" sz="2000" dirty="0"/>
              <a:t> </a:t>
            </a:r>
            <a:r>
              <a:rPr lang="en-US" sz="2000" dirty="0" err="1"/>
              <a:t>metricile</a:t>
            </a:r>
            <a:r>
              <a:rPr lang="en-US" sz="2000" dirty="0"/>
              <a:t> WER </a:t>
            </a:r>
            <a:r>
              <a:rPr lang="en-US" sz="2000" dirty="0" err="1"/>
              <a:t>și</a:t>
            </a:r>
            <a:r>
              <a:rPr lang="en-US" sz="2000" dirty="0"/>
              <a:t> CER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când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utilă</a:t>
            </a:r>
            <a:r>
              <a:rPr lang="en-US" sz="2000" dirty="0"/>
              <a:t> </a:t>
            </a:r>
            <a:r>
              <a:rPr lang="en-US" sz="2000" dirty="0" err="1"/>
              <a:t>fiecare</a:t>
            </a:r>
            <a:r>
              <a:rPr lang="en-US" sz="2000" dirty="0"/>
              <a:t>?</a:t>
            </a:r>
            <a:endParaRPr lang="ro-RO" sz="2000" dirty="0"/>
          </a:p>
          <a:p>
            <a:pPr eaLnBrk="1" hangingPunct="1">
              <a:buAutoNum type="arabicPeriod"/>
            </a:pPr>
            <a:r>
              <a:rPr lang="it-IT" sz="2000" dirty="0"/>
              <a:t>Ce </a:t>
            </a:r>
            <a:r>
              <a:rPr lang="it-IT" sz="2000" dirty="0" err="1"/>
              <a:t>rol</a:t>
            </a:r>
            <a:r>
              <a:rPr lang="it-IT" sz="2000" dirty="0"/>
              <a:t> are </a:t>
            </a:r>
            <a:r>
              <a:rPr lang="it-IT" sz="2000" dirty="0" err="1"/>
              <a:t>conversia</a:t>
            </a:r>
            <a:r>
              <a:rPr lang="it-IT" sz="2000" dirty="0"/>
              <a:t> </a:t>
            </a:r>
            <a:r>
              <a:rPr lang="it-IT" sz="2000" dirty="0" err="1"/>
              <a:t>semnalului</a:t>
            </a:r>
            <a:r>
              <a:rPr lang="it-IT" sz="2000" dirty="0"/>
              <a:t> stereo </a:t>
            </a:r>
            <a:r>
              <a:rPr lang="it-IT" sz="2000" dirty="0" err="1"/>
              <a:t>în</a:t>
            </a:r>
            <a:r>
              <a:rPr lang="it-IT" sz="2000" dirty="0"/>
              <a:t> mono </a:t>
            </a:r>
            <a:r>
              <a:rPr lang="it-IT" sz="2000" dirty="0" err="1"/>
              <a:t>în</a:t>
            </a:r>
            <a:r>
              <a:rPr lang="it-IT" sz="2000" dirty="0"/>
              <a:t> </a:t>
            </a:r>
            <a:r>
              <a:rPr lang="it-IT" sz="2000" dirty="0" err="1"/>
              <a:t>procesul</a:t>
            </a:r>
            <a:r>
              <a:rPr lang="it-IT" sz="2000" dirty="0"/>
              <a:t> de </a:t>
            </a:r>
            <a:r>
              <a:rPr lang="it-IT" sz="2000" dirty="0" err="1"/>
              <a:t>preprocesare</a:t>
            </a:r>
            <a:r>
              <a:rPr lang="it-IT" sz="2000" dirty="0"/>
              <a:t> audio?</a:t>
            </a:r>
            <a:endParaRPr lang="ro-RO" sz="2000" dirty="0"/>
          </a:p>
          <a:p>
            <a:pPr eaLnBrk="1" hangingPunct="1">
              <a:buAutoNum type="arabicPeriod"/>
            </a:pPr>
            <a:r>
              <a:rPr lang="ro-RO" sz="2000" dirty="0"/>
              <a:t>Cum influențează tipul de filtru utilizat performanța modelului?</a:t>
            </a:r>
          </a:p>
          <a:p>
            <a:pPr eaLnBrk="1" hangingPunct="1">
              <a:buAutoNum type="arabicPeriod"/>
            </a:pPr>
            <a:r>
              <a:rPr lang="ro-RO" sz="2000" dirty="0"/>
              <a:t>De ce este importantă estimarea SNR?</a:t>
            </a:r>
          </a:p>
          <a:p>
            <a:pPr eaLnBrk="1" hangingPunct="1">
              <a:buAutoNum type="arabicPeriod"/>
            </a:pPr>
            <a:r>
              <a:rPr lang="ro-RO" sz="2000" dirty="0"/>
              <a:t>Cum funcționează metoda spectralgating de reducere a zgomotului?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BBAA526-582A-5000-4F48-F31700725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6. Bibliografie</a:t>
            </a:r>
            <a:endParaRPr lang="ru-RU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E334D50E-FF7F-0552-00A1-BEA9D0E7D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6856" y="2108200"/>
            <a:ext cx="8650288" cy="4535487"/>
          </a:xfrm>
        </p:spPr>
        <p:txBody>
          <a:bodyPr/>
          <a:lstStyle/>
          <a:p>
            <a:pPr marL="342900" marR="0" lvl="0" indent="-342900" algn="just"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M. S. Islam, M. R. Hasan, M. A. H. Akhand, and M. A. H. Chowdhury, “ASR systems in noisy environment: Auditory features based on gammachirp filter using the AURORA database,” in </a:t>
            </a:r>
            <a:r>
              <a:rPr lang="en-US" sz="11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2014 International Conference on Informatics, Electronics &amp; Vision (ICIEV)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Dhaka, Bangladesh, May 2014, pp. 1–6.</a:t>
            </a:r>
          </a:p>
          <a:p>
            <a:pPr marL="342900" marR="0" lvl="0" indent="-342900" algn="just"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sz="1100" u="sng" dirty="0">
                <a:solidFill>
                  <a:schemeClr val="tx2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https://huggingface.co/docs/transformers/model_doc/wav2vec2</a:t>
            </a:r>
            <a:endParaRPr lang="ro-RO" sz="1100" u="sng" dirty="0">
              <a:solidFill>
                <a:schemeClr val="tx2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just"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 Arora, “Audio Signal Noise Reduction using Low Pass Filter,” </a:t>
            </a:r>
            <a:r>
              <a:rPr lang="en-US" sz="11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International Journal of Computer Science and Engineering (IJCSE)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vol. 10, no. 3, pp. 46–49, May–Jun. 2021.</a:t>
            </a:r>
          </a:p>
          <a:p>
            <a:pPr marL="342900" marR="0" lvl="0" indent="-342900" algn="just"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N. </a:t>
            </a:r>
            <a:r>
              <a:rPr lang="en-US" sz="1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Jirafe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“How to filter noise with a low pass filter — Python,” </a:t>
            </a:r>
            <a:r>
              <a:rPr lang="en-US" sz="11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Analytics Vidhya on Medium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Dec. 27, 2019.</a:t>
            </a:r>
          </a:p>
          <a:p>
            <a:pPr algn="just"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Y. Zhang, Y. Li, and Y. Wang, “A new method for noise reduction in speech signals using spectral subtraction,” </a:t>
            </a:r>
            <a:r>
              <a:rPr lang="en-US" sz="1100" i="1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AStA</a:t>
            </a:r>
            <a:r>
              <a:rPr lang="en-US" sz="11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Advances in Statistical Analysis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vol. 109, no. 1, pp. 45–60, Mar. 2025.</a:t>
            </a:r>
          </a:p>
          <a:p>
            <a:pPr algn="just"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Hugging Face, „Evaluation metrics for ASR”, </a:t>
            </a:r>
            <a:r>
              <a:rPr lang="en-US" sz="11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Hugging Face Audio Course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disponibil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la: </a:t>
            </a:r>
            <a:r>
              <a:rPr lang="en-US" sz="1100" u="sng" dirty="0">
                <a:solidFill>
                  <a:srgbClr val="0563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Hugging Fa</a:t>
            </a:r>
            <a:r>
              <a:rPr lang="ro-RO" sz="1100" u="sng" dirty="0">
                <a:solidFill>
                  <a:srgbClr val="0563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ce.</a:t>
            </a:r>
          </a:p>
          <a:p>
            <a:pPr algn="just"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 Sudheer Kumar, K. Jai Surya, K. Yaswanth Varma </a:t>
            </a:r>
            <a:r>
              <a:rPr lang="en-US" sz="1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N. R. Kurapati, „Noise Reduction in Audio File Using Spectral Gatting and FFT by Python Modules,” </a:t>
            </a:r>
            <a:r>
              <a:rPr lang="en-US" sz="1100" i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ResearchGate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1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ian</a:t>
            </a:r>
            <a:r>
              <a:rPr lang="en-US" sz="11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2023.</a:t>
            </a:r>
          </a:p>
          <a:p>
            <a:pPr algn="just"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endParaRPr lang="en-US" sz="11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marR="0" lvl="0" indent="-342900" algn="just">
              <a:lnSpc>
                <a:spcPts val="900"/>
              </a:lnSpc>
              <a:spcAft>
                <a:spcPts val="250"/>
              </a:spcAft>
              <a:buSzPts val="800"/>
              <a:buFont typeface="Times New Roman" panose="02020603050405020304" pitchFamily="18" charset="0"/>
              <a:buAutoNum type="arabicPeriod"/>
              <a:tabLst>
                <a:tab pos="228600" algn="l"/>
              </a:tabLst>
            </a:pPr>
            <a:endParaRPr lang="en-US" sz="11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lvl="1" eaLnBrk="1" hangingPunct="1"/>
            <a:endParaRPr lang="en-US" altLang="en-US" sz="2000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C3D379D-F525-41C3-BF5F-648582F1C56E}">
  <we:reference id="4b785c87-866c-4bad-85d8-5d1ae467ac9a" version="3.16.1.0" store="EXCatalog" storeType="EXCatalog"/>
  <we:alternateReferences>
    <we:reference id="WA104381909" version="3.16.1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8A205F972A7545BC56897053B859AA" ma:contentTypeVersion="9" ma:contentTypeDescription="Create a new document." ma:contentTypeScope="" ma:versionID="867458bbd3830a007cf7a2b3ec6fc910">
  <xsd:schema xmlns:xsd="http://www.w3.org/2001/XMLSchema" xmlns:xs="http://www.w3.org/2001/XMLSchema" xmlns:p="http://schemas.microsoft.com/office/2006/metadata/properties" xmlns:ns2="f20031e4-83cd-467b-b13d-7033fb67d7be" targetNamespace="http://schemas.microsoft.com/office/2006/metadata/properties" ma:root="true" ma:fieldsID="0e8c065670857803dc7bfc1d928ef347" ns2:_="">
    <xsd:import namespace="f20031e4-83cd-467b-b13d-7033fb67d7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0031e4-83cd-467b-b13d-7033fb67d7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6463A37-8CA0-4857-A07A-FF757FF433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BE4104-4126-4ACF-A176-27C20BA13A65}">
  <ds:schemaRefs>
    <ds:schemaRef ds:uri="f20031e4-83cd-467b-b13d-7033fb67d7b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AA9E113-0901-4645-BDF5-809E16F90F34}">
  <ds:schemaRefs>
    <ds:schemaRef ds:uri="23ac20b6-683d-4c4f-ba1b-9970f7ba55db"/>
    <ds:schemaRef ds:uri="ab9fdfa0-8ff2-4c96-bd80-62d81906da1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1050</Words>
  <Application>Microsoft Office PowerPoint</Application>
  <PresentationFormat>On-screen Show (4:3)</PresentationFormat>
  <Paragraphs>136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Cambria Math</vt:lpstr>
      <vt:lpstr>Tahoma</vt:lpstr>
      <vt:lpstr>Times New Roman</vt:lpstr>
      <vt:lpstr>Wingdings</vt:lpstr>
      <vt:lpstr>Blends</vt:lpstr>
      <vt:lpstr>RECUNOAȘTEREA ASR ÎN CONDIȚII EXTREME</vt:lpstr>
      <vt:lpstr>1. Definirea problemei</vt:lpstr>
      <vt:lpstr>2. Suport teoretic si implementare –schema bloc</vt:lpstr>
      <vt:lpstr>2.1. Setul de date</vt:lpstr>
      <vt:lpstr>2.2. Conversie mono</vt:lpstr>
      <vt:lpstr>2.3. Filtrarea</vt:lpstr>
      <vt:lpstr>2.3. Filtrarea</vt:lpstr>
      <vt:lpstr>2.3. Filtrarea</vt:lpstr>
      <vt:lpstr>2.4. Model pre-antrenat Wav2Vec 2.0 </vt:lpstr>
      <vt:lpstr>3. Performanțe</vt:lpstr>
      <vt:lpstr>3. Performanțe</vt:lpstr>
      <vt:lpstr>3. Performanțe</vt:lpstr>
      <vt:lpstr>4. Demo</vt:lpstr>
      <vt:lpstr>4. Demo</vt:lpstr>
      <vt:lpstr>5. Întrebări recapitulative</vt:lpstr>
      <vt:lpstr>6. Bibliografie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Wavelet Packets</dc:title>
  <dc:creator>Mircea</dc:creator>
  <cp:lastModifiedBy>Adriana Nicoleta Balea</cp:lastModifiedBy>
  <cp:revision>5</cp:revision>
  <dcterms:created xsi:type="dcterms:W3CDTF">2003-12-08T10:36:43Z</dcterms:created>
  <dcterms:modified xsi:type="dcterms:W3CDTF">2025-05-31T16:18:39Z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0x010100D28A205F972A7545BC56897053B859AA</vt:lpwstr>
  </property>
  <property fmtid="{D5CDD505-2E9C-101B-9397-08002B2CF9AE}" pid="3" name="MediaServiceImageTags">
    <vt:lpwstr/>
  </property>
  <property fmtid="{D5CDD505-2E9C-101B-9397-08002B2CF9AE}" pid="4" name="MSIP_Label_5b58b62f-6f94-46bd-8089-18e64b0a9abb_Enabled">
    <vt:lpwstr>true</vt:lpwstr>
  </property>
  <property fmtid="{D5CDD505-2E9C-101B-9397-08002B2CF9AE}" pid="5" name="MSIP_Label_5b58b62f-6f94-46bd-8089-18e64b0a9abb_SetDate">
    <vt:lpwstr>2025-05-29T20:25:13Z</vt:lpwstr>
  </property>
  <property fmtid="{D5CDD505-2E9C-101B-9397-08002B2CF9AE}" pid="6" name="MSIP_Label_5b58b62f-6f94-46bd-8089-18e64b0a9abb_Method">
    <vt:lpwstr>Standard</vt:lpwstr>
  </property>
  <property fmtid="{D5CDD505-2E9C-101B-9397-08002B2CF9AE}" pid="7" name="MSIP_Label_5b58b62f-6f94-46bd-8089-18e64b0a9abb_Name">
    <vt:lpwstr>defa4170-0d19-0005-0004-bc88714345d2</vt:lpwstr>
  </property>
  <property fmtid="{D5CDD505-2E9C-101B-9397-08002B2CF9AE}" pid="8" name="MSIP_Label_5b58b62f-6f94-46bd-8089-18e64b0a9abb_SiteId">
    <vt:lpwstr>a6eb79fa-c4a9-4cce-818d-b85274d15305</vt:lpwstr>
  </property>
  <property fmtid="{D5CDD505-2E9C-101B-9397-08002B2CF9AE}" pid="9" name="MSIP_Label_5b58b62f-6f94-46bd-8089-18e64b0a9abb_ActionId">
    <vt:lpwstr>10c1bb22-495a-4731-97ed-cb2448dc4213</vt:lpwstr>
  </property>
  <property fmtid="{D5CDD505-2E9C-101B-9397-08002B2CF9AE}" pid="10" name="MSIP_Label_5b58b62f-6f94-46bd-8089-18e64b0a9abb_ContentBits">
    <vt:lpwstr>0</vt:lpwstr>
  </property>
  <property fmtid="{D5CDD505-2E9C-101B-9397-08002B2CF9AE}" pid="11" name="MSIP_Label_5b58b62f-6f94-46bd-8089-18e64b0a9abb_Tag">
    <vt:lpwstr>10, 3, 0, 1</vt:lpwstr>
  </property>
</Properties>
</file>